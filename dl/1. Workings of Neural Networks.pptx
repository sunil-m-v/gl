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01003A-2AD4-4C71-8CB1-974B5B6E1B67}">
  <a:tblStyle styleId="{DD01003A-2AD4-4C71-8CB1-974B5B6E1B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slide" Target="slides/slide4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65c52953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65c52953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a5e4848c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a5e4848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465c52953c_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465c52953c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45697bd46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45697bd46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465c52953c_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465c52953c_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465c52953c_6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465c52953c_6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45697bd46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45697bd4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45728d5a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45728d5a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45697bd46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45697bd46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45697bd4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45697bd4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45697bd46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45697bd46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45697bd46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45697bd46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45697bd46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45697bd46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45697bd469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45697bd46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45697bd46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45697bd46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45697bd469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45697bd469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45697bd469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45697bd469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45697bd46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45697bd46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45697bd46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45697bd46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465c52953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465c52953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45697bd469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45697bd469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465c52953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465c52953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469c0da5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469c0da5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45657014d0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45657014d0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54c751cf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54c751cf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45697bd469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45697bd469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465c52953c_6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465c52953c_6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45697bd469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45697bd469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45697bd469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45697bd469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45697bd469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45697bd469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45697bd46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45697bd46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45697bd469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45697bd469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45697bd469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45697bd469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45697bd469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45697bd469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45697bd469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45697bd469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45697bd469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45697bd469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45697bd46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45697bd46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45697bd469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45697bd469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45697bd469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45697bd469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45697bd469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45697bd469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45697bd469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45697bd469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45697bd469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45697bd469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54c751cf1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54c751cf1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889126" y="0"/>
            <a:ext cx="2920200" cy="5143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1905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81015" y="3587900"/>
            <a:ext cx="2781971" cy="8364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>
            <a:off x="457200" y="1657351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457200" y="23431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erriweather Sans"/>
              <a:buNone/>
              <a:defRPr b="0" i="0" sz="14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3733799" y="4400550"/>
            <a:ext cx="1676400" cy="304800"/>
          </a:xfrm>
          <a:custGeom>
            <a:rect b="b" l="l" r="r" t="t"/>
            <a:pathLst>
              <a:path extrusionOk="0" h="120000" w="120000">
                <a:moveTo>
                  <a:pt x="5860" y="0"/>
                </a:moveTo>
                <a:lnTo>
                  <a:pt x="16363" y="0"/>
                </a:lnTo>
                <a:lnTo>
                  <a:pt x="17413" y="0"/>
                </a:lnTo>
                <a:lnTo>
                  <a:pt x="102586" y="0"/>
                </a:lnTo>
                <a:lnTo>
                  <a:pt x="103636" y="0"/>
                </a:lnTo>
                <a:lnTo>
                  <a:pt x="114139" y="0"/>
                </a:lnTo>
                <a:lnTo>
                  <a:pt x="120000" y="60000"/>
                </a:lnTo>
                <a:lnTo>
                  <a:pt x="114139" y="120000"/>
                </a:lnTo>
                <a:lnTo>
                  <a:pt x="103636" y="120000"/>
                </a:lnTo>
                <a:lnTo>
                  <a:pt x="102586" y="120000"/>
                </a:lnTo>
                <a:lnTo>
                  <a:pt x="17413" y="120000"/>
                </a:lnTo>
                <a:lnTo>
                  <a:pt x="16363" y="120000"/>
                </a:lnTo>
                <a:lnTo>
                  <a:pt x="5860" y="120000"/>
                </a:lnTo>
                <a:lnTo>
                  <a:pt x="0" y="60000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127145" y="4400550"/>
            <a:ext cx="128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9DAF8"/>
                </a:solidFill>
                <a:latin typeface="Roboto"/>
                <a:ea typeface="Roboto"/>
                <a:cs typeface="Roboto"/>
                <a:sym typeface="Roboto"/>
              </a:rPr>
              <a:t>DATA &amp; ANALYTICS</a:t>
            </a:r>
            <a:endParaRPr b="0" i="0" sz="1000" u="none" cap="none" strike="noStrike">
              <a:solidFill>
                <a:srgbClr val="C9DA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GCPNEXT16-Logo-W.png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2" y="5210075"/>
            <a:ext cx="3048000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4.png" id="70" name="Google Shape;70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3866536" y="4453538"/>
            <a:ext cx="179100" cy="1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810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04800" y="2456400"/>
            <a:ext cx="82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CACA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ACACA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erriweather Sans"/>
              <a:buNone/>
              <a:defRPr b="0" i="0" sz="16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04800" y="1428750"/>
            <a:ext cx="82296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7" name="Google Shape;77;p16"/>
          <p:cNvSpPr/>
          <p:nvPr/>
        </p:nvSpPr>
        <p:spPr>
          <a:xfrm>
            <a:off x="6934200" y="485775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ACACAC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800" u="none" cap="none" strike="noStrike">
              <a:solidFill>
                <a:srgbClr val="ACAC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4250" y="4763675"/>
            <a:ext cx="1098421" cy="3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810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81000" y="1219200"/>
            <a:ext cx="8291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Noto Sans Symbols"/>
              <a:buChar char="○"/>
              <a:defRPr b="0" i="0" sz="16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erriweather Sans"/>
              <a:buChar char="■"/>
              <a:defRPr b="0" i="0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">
  <p:cSld name="Call 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9"/>
          <p:cNvSpPr txBox="1"/>
          <p:nvPr>
            <p:ph type="title"/>
          </p:nvPr>
        </p:nvSpPr>
        <p:spPr>
          <a:xfrm>
            <a:off x="469789" y="21145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9"/>
          <p:cNvSpPr/>
          <p:nvPr/>
        </p:nvSpPr>
        <p:spPr>
          <a:xfrm>
            <a:off x="6934200" y="485775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4250" y="4763675"/>
            <a:ext cx="1098421" cy="3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1pPr>
            <a:lvl2pPr indent="-330200" lvl="1" marL="914400" rtl="0">
              <a:spcBef>
                <a:spcPts val="1200"/>
              </a:spcBef>
              <a:spcAft>
                <a:spcPts val="0"/>
              </a:spcAft>
              <a:buSzPts val="1600"/>
              <a:buChar char="▪"/>
              <a:defRPr/>
            </a:lvl2pPr>
            <a:lvl3pPr indent="-317500" lvl="2" marL="1371600" rtl="0"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3pPr>
            <a:lvl4pPr indent="-304800" lvl="3" marL="1828800" rtl="0"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4pPr>
            <a:lvl5pPr indent="-342900" lvl="4" marL="2286000" rtl="0">
              <a:spcBef>
                <a:spcPts val="1200"/>
              </a:spcBef>
              <a:spcAft>
                <a:spcPts val="0"/>
              </a:spcAft>
              <a:buSzPts val="1800"/>
              <a:buChar char="»"/>
              <a:defRPr/>
            </a:lvl5pPr>
            <a:lvl6pPr indent="-355600" lvl="5" marL="27432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/>
        </p:nvSpPr>
        <p:spPr>
          <a:xfrm>
            <a:off x="-169" y="-13275"/>
            <a:ext cx="9144000" cy="515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image" Target="../media/image44.png"/><Relationship Id="rId2" Type="http://schemas.openxmlformats.org/officeDocument/2006/relationships/image" Target="../media/image15.png"/><Relationship Id="rId3" Type="http://schemas.openxmlformats.org/officeDocument/2006/relationships/image" Target="../media/image43.png"/><Relationship Id="rId4" Type="http://schemas.openxmlformats.org/officeDocument/2006/relationships/image" Target="../media/image19.png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810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1000" y="1219200"/>
            <a:ext cx="594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erriweather Sans"/>
              <a:buChar char="–"/>
              <a:defRPr b="0" i="0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0" y="4767975"/>
            <a:ext cx="9144000" cy="3756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        </a:t>
            </a: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@martin_gorner</a:t>
            </a:r>
            <a:endParaRPr b="0" i="0" sz="1100" u="none" cap="none" strike="noStrike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4767975"/>
            <a:ext cx="4809300" cy="37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14078" y="0"/>
                </a:lnTo>
                <a:lnTo>
                  <a:pt x="114078" y="5524"/>
                </a:lnTo>
                <a:lnTo>
                  <a:pt x="120000" y="119999"/>
                </a:lnTo>
                <a:lnTo>
                  <a:pt x="114078" y="119999"/>
                </a:lnTo>
                <a:lnTo>
                  <a:pt x="114078" y="119999"/>
                </a:lnTo>
                <a:lnTo>
                  <a:pt x="0" y="119999"/>
                </a:lnTo>
                <a:close/>
              </a:path>
            </a:pathLst>
          </a:custGeom>
          <a:solidFill>
            <a:srgbClr val="00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739107" y="4836752"/>
            <a:ext cx="664026" cy="37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voxx small.png" id="57" name="Google Shape;5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0125" y="5266904"/>
            <a:ext cx="948558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lockup_cloud_light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75" y="4805606"/>
            <a:ext cx="1131901" cy="32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xt_2017_logo_bluebg_wo_gc.png" id="59" name="Google Shape;59;p13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105800" y="4861131"/>
            <a:ext cx="508150" cy="187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25" y="152400"/>
            <a:ext cx="516128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3"/>
          <p:cNvSpPr txBox="1"/>
          <p:nvPr/>
        </p:nvSpPr>
        <p:spPr>
          <a:xfrm>
            <a:off x="5561750" y="1787950"/>
            <a:ext cx="3341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Working of </a:t>
            </a:r>
            <a:endParaRPr sz="2400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Neural Networks</a:t>
            </a:r>
            <a:endParaRPr sz="3000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4"/>
          <p:cNvGrpSpPr/>
          <p:nvPr/>
        </p:nvGrpSpPr>
        <p:grpSpPr>
          <a:xfrm>
            <a:off x="384749" y="1621935"/>
            <a:ext cx="3650079" cy="2342443"/>
            <a:chOff x="3612549" y="1485860"/>
            <a:chExt cx="3650079" cy="2342443"/>
          </a:xfrm>
        </p:grpSpPr>
        <p:grpSp>
          <p:nvGrpSpPr>
            <p:cNvPr id="107" name="Google Shape;107;p24"/>
            <p:cNvGrpSpPr/>
            <p:nvPr/>
          </p:nvGrpSpPr>
          <p:grpSpPr>
            <a:xfrm>
              <a:off x="3612549" y="1485860"/>
              <a:ext cx="3650079" cy="334061"/>
              <a:chOff x="3473109" y="1556504"/>
              <a:chExt cx="2863481" cy="262071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4780974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5042572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5304150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5565706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6088790" y="1556578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3473109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3734665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3996242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4"/>
              <p:cNvSpPr/>
              <p:nvPr/>
            </p:nvSpPr>
            <p:spPr>
              <a:xfrm>
                <a:off x="4257820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24"/>
              <p:cNvSpPr/>
              <p:nvPr/>
            </p:nvSpPr>
            <p:spPr>
              <a:xfrm>
                <a:off x="4519418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5827303" y="1556578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600"/>
              </a:p>
            </p:txBody>
          </p:sp>
          <p:sp>
            <p:nvSpPr>
              <p:cNvPr id="119" name="Google Shape;119;p24"/>
              <p:cNvSpPr txBox="1"/>
              <p:nvPr/>
            </p:nvSpPr>
            <p:spPr>
              <a:xfrm>
                <a:off x="5749000" y="1570775"/>
                <a:ext cx="413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/>
                  <a:t>...</a:t>
                </a:r>
                <a:endParaRPr b="1" sz="1200"/>
              </a:p>
            </p:txBody>
          </p:sp>
        </p:grpSp>
        <p:cxnSp>
          <p:nvCxnSpPr>
            <p:cNvPr id="120" name="Google Shape;120;p24"/>
            <p:cNvCxnSpPr>
              <a:stCxn id="113" idx="2"/>
              <a:endCxn id="121" idx="0"/>
            </p:cNvCxnSpPr>
            <p:nvPr/>
          </p:nvCxnSpPr>
          <p:spPr>
            <a:xfrm>
              <a:off x="3770485" y="1801731"/>
              <a:ext cx="651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4"/>
            <p:cNvCxnSpPr>
              <a:stCxn id="115" idx="2"/>
              <a:endCxn id="121" idx="0"/>
            </p:cNvCxnSpPr>
            <p:nvPr/>
          </p:nvCxnSpPr>
          <p:spPr>
            <a:xfrm flipH="1">
              <a:off x="4422323" y="1801731"/>
              <a:ext cx="15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4"/>
            <p:cNvCxnSpPr>
              <a:stCxn id="116" idx="2"/>
              <a:endCxn id="121" idx="0"/>
            </p:cNvCxnSpPr>
            <p:nvPr/>
          </p:nvCxnSpPr>
          <p:spPr>
            <a:xfrm flipH="1">
              <a:off x="4422456" y="1801731"/>
              <a:ext cx="348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24"/>
            <p:cNvCxnSpPr>
              <a:stCxn id="117" idx="2"/>
              <a:endCxn id="121" idx="0"/>
            </p:cNvCxnSpPr>
            <p:nvPr/>
          </p:nvCxnSpPr>
          <p:spPr>
            <a:xfrm flipH="1">
              <a:off x="4422315" y="1801731"/>
              <a:ext cx="681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24"/>
            <p:cNvCxnSpPr>
              <a:stCxn id="109" idx="2"/>
              <a:endCxn id="121" idx="0"/>
            </p:cNvCxnSpPr>
            <p:nvPr/>
          </p:nvCxnSpPr>
          <p:spPr>
            <a:xfrm flipH="1">
              <a:off x="4422280" y="1801731"/>
              <a:ext cx="1348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24"/>
            <p:cNvCxnSpPr>
              <a:stCxn id="110" idx="2"/>
              <a:endCxn id="121" idx="0"/>
            </p:cNvCxnSpPr>
            <p:nvPr/>
          </p:nvCxnSpPr>
          <p:spPr>
            <a:xfrm flipH="1">
              <a:off x="4422413" y="1801731"/>
              <a:ext cx="1682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24"/>
            <p:cNvCxnSpPr>
              <a:stCxn id="111" idx="2"/>
              <a:endCxn id="121" idx="0"/>
            </p:cNvCxnSpPr>
            <p:nvPr/>
          </p:nvCxnSpPr>
          <p:spPr>
            <a:xfrm flipH="1">
              <a:off x="4422219" y="1801731"/>
              <a:ext cx="20157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24"/>
            <p:cNvCxnSpPr>
              <a:stCxn id="114" idx="2"/>
              <a:endCxn id="129" idx="0"/>
            </p:cNvCxnSpPr>
            <p:nvPr/>
          </p:nvCxnSpPr>
          <p:spPr>
            <a:xfrm>
              <a:off x="4103891" y="1801731"/>
              <a:ext cx="847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24"/>
            <p:cNvCxnSpPr>
              <a:stCxn id="116" idx="2"/>
              <a:endCxn id="129" idx="0"/>
            </p:cNvCxnSpPr>
            <p:nvPr/>
          </p:nvCxnSpPr>
          <p:spPr>
            <a:xfrm>
              <a:off x="4770756" y="1801731"/>
              <a:ext cx="180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24"/>
            <p:cNvCxnSpPr>
              <a:stCxn id="117" idx="2"/>
              <a:endCxn id="129" idx="0"/>
            </p:cNvCxnSpPr>
            <p:nvPr/>
          </p:nvCxnSpPr>
          <p:spPr>
            <a:xfrm flipH="1">
              <a:off x="4951815" y="1801731"/>
              <a:ext cx="152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24"/>
            <p:cNvCxnSpPr>
              <a:stCxn id="108" idx="2"/>
              <a:endCxn id="129" idx="0"/>
            </p:cNvCxnSpPr>
            <p:nvPr/>
          </p:nvCxnSpPr>
          <p:spPr>
            <a:xfrm flipH="1">
              <a:off x="4951621" y="1801731"/>
              <a:ext cx="486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24"/>
            <p:cNvCxnSpPr>
              <a:stCxn id="109" idx="2"/>
              <a:endCxn id="129" idx="0"/>
            </p:cNvCxnSpPr>
            <p:nvPr/>
          </p:nvCxnSpPr>
          <p:spPr>
            <a:xfrm flipH="1">
              <a:off x="4951780" y="1801731"/>
              <a:ext cx="819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24"/>
            <p:cNvCxnSpPr>
              <a:stCxn id="110" idx="2"/>
              <a:endCxn id="129" idx="0"/>
            </p:cNvCxnSpPr>
            <p:nvPr/>
          </p:nvCxnSpPr>
          <p:spPr>
            <a:xfrm flipH="1">
              <a:off x="4951613" y="1801731"/>
              <a:ext cx="1152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4"/>
            <p:cNvCxnSpPr>
              <a:stCxn id="111" idx="2"/>
              <a:endCxn id="129" idx="0"/>
            </p:cNvCxnSpPr>
            <p:nvPr/>
          </p:nvCxnSpPr>
          <p:spPr>
            <a:xfrm flipH="1">
              <a:off x="4951719" y="1801731"/>
              <a:ext cx="1486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24"/>
            <p:cNvCxnSpPr>
              <a:stCxn id="112" idx="2"/>
              <a:endCxn id="129" idx="0"/>
            </p:cNvCxnSpPr>
            <p:nvPr/>
          </p:nvCxnSpPr>
          <p:spPr>
            <a:xfrm flipH="1">
              <a:off x="4951593" y="1801825"/>
              <a:ext cx="2153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4"/>
            <p:cNvCxnSpPr>
              <a:stCxn id="113" idx="2"/>
              <a:endCxn id="138" idx="0"/>
            </p:cNvCxnSpPr>
            <p:nvPr/>
          </p:nvCxnSpPr>
          <p:spPr>
            <a:xfrm>
              <a:off x="3770485" y="1801731"/>
              <a:ext cx="2874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24"/>
            <p:cNvCxnSpPr>
              <a:stCxn id="116" idx="2"/>
              <a:endCxn id="138" idx="0"/>
            </p:cNvCxnSpPr>
            <p:nvPr/>
          </p:nvCxnSpPr>
          <p:spPr>
            <a:xfrm>
              <a:off x="4770756" y="1801731"/>
              <a:ext cx="1874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4"/>
            <p:cNvCxnSpPr>
              <a:stCxn id="117" idx="2"/>
              <a:endCxn id="138" idx="0"/>
            </p:cNvCxnSpPr>
            <p:nvPr/>
          </p:nvCxnSpPr>
          <p:spPr>
            <a:xfrm>
              <a:off x="5104215" y="1801731"/>
              <a:ext cx="1541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4"/>
            <p:cNvCxnSpPr>
              <a:stCxn id="117" idx="2"/>
              <a:endCxn id="142" idx="0"/>
            </p:cNvCxnSpPr>
            <p:nvPr/>
          </p:nvCxnSpPr>
          <p:spPr>
            <a:xfrm>
              <a:off x="5104215" y="1801731"/>
              <a:ext cx="376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4"/>
            <p:cNvCxnSpPr>
              <a:stCxn id="111" idx="2"/>
              <a:endCxn id="142" idx="0"/>
            </p:cNvCxnSpPr>
            <p:nvPr/>
          </p:nvCxnSpPr>
          <p:spPr>
            <a:xfrm flipH="1">
              <a:off x="5480919" y="1801731"/>
              <a:ext cx="957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4"/>
            <p:cNvCxnSpPr>
              <a:stCxn id="112" idx="2"/>
              <a:endCxn id="142" idx="0"/>
            </p:cNvCxnSpPr>
            <p:nvPr/>
          </p:nvCxnSpPr>
          <p:spPr>
            <a:xfrm flipH="1">
              <a:off x="5481093" y="1801825"/>
              <a:ext cx="1623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24"/>
            <p:cNvCxnSpPr>
              <a:stCxn id="115" idx="2"/>
              <a:endCxn id="129" idx="0"/>
            </p:cNvCxnSpPr>
            <p:nvPr/>
          </p:nvCxnSpPr>
          <p:spPr>
            <a:xfrm>
              <a:off x="4437323" y="1801731"/>
              <a:ext cx="514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4"/>
            <p:cNvCxnSpPr>
              <a:stCxn id="113" idx="2"/>
              <a:endCxn id="129" idx="0"/>
            </p:cNvCxnSpPr>
            <p:nvPr/>
          </p:nvCxnSpPr>
          <p:spPr>
            <a:xfrm>
              <a:off x="3770485" y="1801731"/>
              <a:ext cx="1181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24"/>
            <p:cNvCxnSpPr>
              <a:stCxn id="114" idx="2"/>
              <a:endCxn id="121" idx="0"/>
            </p:cNvCxnSpPr>
            <p:nvPr/>
          </p:nvCxnSpPr>
          <p:spPr>
            <a:xfrm>
              <a:off x="4103891" y="1801731"/>
              <a:ext cx="318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4"/>
            <p:cNvCxnSpPr>
              <a:stCxn id="121" idx="0"/>
              <a:endCxn id="112" idx="2"/>
            </p:cNvCxnSpPr>
            <p:nvPr/>
          </p:nvCxnSpPr>
          <p:spPr>
            <a:xfrm flipH="1" rot="10800000">
              <a:off x="4422345" y="1801736"/>
              <a:ext cx="2682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24"/>
            <p:cNvCxnSpPr>
              <a:stCxn id="108" idx="2"/>
              <a:endCxn id="121" idx="0"/>
            </p:cNvCxnSpPr>
            <p:nvPr/>
          </p:nvCxnSpPr>
          <p:spPr>
            <a:xfrm flipH="1">
              <a:off x="4422421" y="1801731"/>
              <a:ext cx="1015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24"/>
            <p:cNvCxnSpPr>
              <a:stCxn id="142" idx="0"/>
              <a:endCxn id="110" idx="2"/>
            </p:cNvCxnSpPr>
            <p:nvPr/>
          </p:nvCxnSpPr>
          <p:spPr>
            <a:xfrm flipH="1" rot="10800000">
              <a:off x="5481028" y="1801736"/>
              <a:ext cx="623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24"/>
            <p:cNvCxnSpPr>
              <a:stCxn id="142" idx="0"/>
              <a:endCxn id="109" idx="2"/>
            </p:cNvCxnSpPr>
            <p:nvPr/>
          </p:nvCxnSpPr>
          <p:spPr>
            <a:xfrm flipH="1" rot="10800000">
              <a:off x="5481028" y="1801736"/>
              <a:ext cx="290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24"/>
            <p:cNvCxnSpPr>
              <a:stCxn id="142" idx="0"/>
              <a:endCxn id="108" idx="2"/>
            </p:cNvCxnSpPr>
            <p:nvPr/>
          </p:nvCxnSpPr>
          <p:spPr>
            <a:xfrm rot="10800000">
              <a:off x="5437528" y="1801736"/>
              <a:ext cx="43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24"/>
            <p:cNvCxnSpPr>
              <a:stCxn id="142" idx="0"/>
              <a:endCxn id="115" idx="2"/>
            </p:cNvCxnSpPr>
            <p:nvPr/>
          </p:nvCxnSpPr>
          <p:spPr>
            <a:xfrm rot="10800000">
              <a:off x="4437328" y="1801736"/>
              <a:ext cx="10437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4"/>
            <p:cNvCxnSpPr>
              <a:stCxn id="142" idx="0"/>
              <a:endCxn id="114" idx="2"/>
            </p:cNvCxnSpPr>
            <p:nvPr/>
          </p:nvCxnSpPr>
          <p:spPr>
            <a:xfrm rot="10800000">
              <a:off x="4104028" y="1801736"/>
              <a:ext cx="1377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4"/>
            <p:cNvCxnSpPr>
              <a:stCxn id="142" idx="0"/>
              <a:endCxn id="113" idx="2"/>
            </p:cNvCxnSpPr>
            <p:nvPr/>
          </p:nvCxnSpPr>
          <p:spPr>
            <a:xfrm rot="10800000">
              <a:off x="3770428" y="1801736"/>
              <a:ext cx="1710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4"/>
            <p:cNvCxnSpPr>
              <a:stCxn id="142" idx="0"/>
              <a:endCxn id="116" idx="2"/>
            </p:cNvCxnSpPr>
            <p:nvPr/>
          </p:nvCxnSpPr>
          <p:spPr>
            <a:xfrm rot="10800000">
              <a:off x="4770628" y="1801736"/>
              <a:ext cx="710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24"/>
            <p:cNvCxnSpPr>
              <a:stCxn id="138" idx="0"/>
              <a:endCxn id="114" idx="2"/>
            </p:cNvCxnSpPr>
            <p:nvPr/>
          </p:nvCxnSpPr>
          <p:spPr>
            <a:xfrm rot="10800000">
              <a:off x="4103965" y="1801736"/>
              <a:ext cx="2541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24"/>
            <p:cNvCxnSpPr>
              <a:stCxn id="138" idx="0"/>
              <a:endCxn id="115" idx="2"/>
            </p:cNvCxnSpPr>
            <p:nvPr/>
          </p:nvCxnSpPr>
          <p:spPr>
            <a:xfrm rot="10800000">
              <a:off x="4437265" y="1801736"/>
              <a:ext cx="2208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24"/>
            <p:cNvCxnSpPr>
              <a:stCxn id="138" idx="0"/>
              <a:endCxn id="108" idx="2"/>
            </p:cNvCxnSpPr>
            <p:nvPr/>
          </p:nvCxnSpPr>
          <p:spPr>
            <a:xfrm rot="10800000">
              <a:off x="5437765" y="1801736"/>
              <a:ext cx="1207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24"/>
            <p:cNvCxnSpPr>
              <a:stCxn id="138" idx="0"/>
              <a:endCxn id="109" idx="2"/>
            </p:cNvCxnSpPr>
            <p:nvPr/>
          </p:nvCxnSpPr>
          <p:spPr>
            <a:xfrm rot="10800000">
              <a:off x="5771065" y="1801736"/>
              <a:ext cx="874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24"/>
            <p:cNvCxnSpPr>
              <a:stCxn id="138" idx="0"/>
              <a:endCxn id="110" idx="2"/>
            </p:cNvCxnSpPr>
            <p:nvPr/>
          </p:nvCxnSpPr>
          <p:spPr>
            <a:xfrm rot="10800000">
              <a:off x="6104365" y="1801736"/>
              <a:ext cx="540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24"/>
            <p:cNvCxnSpPr>
              <a:stCxn id="138" idx="0"/>
              <a:endCxn id="111" idx="2"/>
            </p:cNvCxnSpPr>
            <p:nvPr/>
          </p:nvCxnSpPr>
          <p:spPr>
            <a:xfrm rot="10800000">
              <a:off x="6437965" y="1801736"/>
              <a:ext cx="207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4"/>
            <p:cNvCxnSpPr>
              <a:stCxn id="138" idx="0"/>
              <a:endCxn id="112" idx="2"/>
            </p:cNvCxnSpPr>
            <p:nvPr/>
          </p:nvCxnSpPr>
          <p:spPr>
            <a:xfrm flipH="1" rot="10800000">
              <a:off x="6645265" y="1801736"/>
              <a:ext cx="459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" name="Google Shape;164;p24"/>
            <p:cNvGrpSpPr/>
            <p:nvPr/>
          </p:nvGrpSpPr>
          <p:grpSpPr>
            <a:xfrm>
              <a:off x="4211637" y="2702036"/>
              <a:ext cx="2644337" cy="1126267"/>
              <a:chOff x="4185722" y="2510592"/>
              <a:chExt cx="2074478" cy="883554"/>
            </a:xfrm>
          </p:grpSpPr>
          <p:sp>
            <p:nvSpPr>
              <p:cNvPr id="129" name="Google Shape;129;p24"/>
              <p:cNvSpPr/>
              <p:nvPr/>
            </p:nvSpPr>
            <p:spPr>
              <a:xfrm>
                <a:off x="4600986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5929600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2" name="Google Shape;142;p24"/>
              <p:cNvSpPr/>
              <p:nvPr/>
            </p:nvSpPr>
            <p:spPr>
              <a:xfrm>
                <a:off x="5016258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65" name="Google Shape;165;p24"/>
              <p:cNvCxnSpPr>
                <a:stCxn id="121" idx="4"/>
              </p:cNvCxnSpPr>
              <p:nvPr/>
            </p:nvCxnSpPr>
            <p:spPr>
              <a:xfrm>
                <a:off x="4351022" y="2841192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24"/>
              <p:cNvCxnSpPr/>
              <p:nvPr/>
            </p:nvCxnSpPr>
            <p:spPr>
              <a:xfrm>
                <a:off x="4766300" y="2841345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4"/>
              <p:cNvCxnSpPr/>
              <p:nvPr/>
            </p:nvCxnSpPr>
            <p:spPr>
              <a:xfrm>
                <a:off x="5181592" y="2841345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24"/>
              <p:cNvCxnSpPr/>
              <p:nvPr/>
            </p:nvCxnSpPr>
            <p:spPr>
              <a:xfrm>
                <a:off x="6094951" y="2841259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9" name="Google Shape;169;p24"/>
              <p:cNvSpPr txBox="1"/>
              <p:nvPr/>
            </p:nvSpPr>
            <p:spPr>
              <a:xfrm>
                <a:off x="5431525" y="2552000"/>
                <a:ext cx="413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/>
                  <a:t>...</a:t>
                </a:r>
                <a:endParaRPr b="1" sz="1200"/>
              </a:p>
            </p:txBody>
          </p:sp>
          <p:sp>
            <p:nvSpPr>
              <p:cNvPr id="170" name="Google Shape;170;p24"/>
              <p:cNvSpPr txBox="1"/>
              <p:nvPr/>
            </p:nvSpPr>
            <p:spPr>
              <a:xfrm>
                <a:off x="4185725" y="305429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Open Sans"/>
                    <a:ea typeface="Open Sans"/>
                    <a:cs typeface="Open Sans"/>
                    <a:sym typeface="Open Sans"/>
                  </a:rPr>
                  <a:t>0</a:t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1" name="Google Shape;171;p24"/>
              <p:cNvSpPr txBox="1"/>
              <p:nvPr/>
            </p:nvSpPr>
            <p:spPr>
              <a:xfrm>
                <a:off x="4600975" y="305454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2" name="Google Shape;172;p24"/>
              <p:cNvSpPr txBox="1"/>
              <p:nvPr/>
            </p:nvSpPr>
            <p:spPr>
              <a:xfrm>
                <a:off x="5016225" y="305454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Open Sans"/>
                    <a:ea typeface="Open Sans"/>
                    <a:cs typeface="Open Sans"/>
                    <a:sym typeface="Open Sans"/>
                  </a:rPr>
                  <a:t>2</a:t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3" name="Google Shape;173;p24"/>
              <p:cNvSpPr txBox="1"/>
              <p:nvPr/>
            </p:nvSpPr>
            <p:spPr>
              <a:xfrm>
                <a:off x="5929600" y="305429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Open Sans"/>
                    <a:ea typeface="Open Sans"/>
                    <a:cs typeface="Open Sans"/>
                    <a:sym typeface="Open Sans"/>
                  </a:rPr>
                  <a:t>9</a:t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4185722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74" name="Google Shape;174;p24"/>
          <p:cNvSpPr txBox="1"/>
          <p:nvPr/>
        </p:nvSpPr>
        <p:spPr>
          <a:xfrm>
            <a:off x="652075" y="1179124"/>
            <a:ext cx="30459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Nothing You Could Do"/>
                <a:ea typeface="Nothing You Could Do"/>
                <a:cs typeface="Nothing You Could Do"/>
                <a:sym typeface="Nothing You Could Do"/>
              </a:rPr>
              <a:t>784 pixels</a:t>
            </a:r>
            <a:endParaRPr sz="1800">
              <a:solidFill>
                <a:srgbClr val="CC0000"/>
              </a:solidFill>
              <a:latin typeface="Nothing You Could Do"/>
              <a:ea typeface="Nothing You Could Do"/>
              <a:cs typeface="Nothing You Could Do"/>
              <a:sym typeface="Nothing You Could Do"/>
            </a:endParaRPr>
          </a:p>
        </p:txBody>
      </p:sp>
      <p:sp>
        <p:nvSpPr>
          <p:cNvPr id="175" name="Google Shape;175;p24"/>
          <p:cNvSpPr/>
          <p:nvPr/>
        </p:nvSpPr>
        <p:spPr>
          <a:xfrm flipH="1" rot="6136422">
            <a:off x="3295424" y="811890"/>
            <a:ext cx="132107" cy="1190919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6" name="Google Shape;176;p24"/>
          <p:cNvSpPr/>
          <p:nvPr/>
        </p:nvSpPr>
        <p:spPr>
          <a:xfrm flipH="1" rot="5630324">
            <a:off x="939006" y="847051"/>
            <a:ext cx="194552" cy="1103086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7" name="Google Shape;177;p24"/>
          <p:cNvSpPr txBox="1"/>
          <p:nvPr/>
        </p:nvSpPr>
        <p:spPr>
          <a:xfrm>
            <a:off x="7082283" y="3748121"/>
            <a:ext cx="421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8" name="Google Shape;178;p24"/>
          <p:cNvGrpSpPr/>
          <p:nvPr/>
        </p:nvGrpSpPr>
        <p:grpSpPr>
          <a:xfrm>
            <a:off x="5841311" y="3260000"/>
            <a:ext cx="1244799" cy="311662"/>
            <a:chOff x="1169225" y="4556728"/>
            <a:chExt cx="1244799" cy="440450"/>
          </a:xfrm>
        </p:grpSpPr>
        <p:sp>
          <p:nvSpPr>
            <p:cNvPr id="179" name="Google Shape;179;p24"/>
            <p:cNvSpPr/>
            <p:nvPr/>
          </p:nvSpPr>
          <p:spPr>
            <a:xfrm>
              <a:off x="1169225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69225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4"/>
            <p:cNvSpPr/>
            <p:nvPr/>
          </p:nvSpPr>
          <p:spPr>
            <a:xfrm>
              <a:off x="1480451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1480451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1480451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1480451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1480451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1480451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1480451" y="4556728"/>
              <a:ext cx="933569" cy="440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1480451" y="4556728"/>
              <a:ext cx="933569" cy="440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116922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116922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1480451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1480451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1791572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1791572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1791572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1791572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1791572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1791572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1169225" y="4556728"/>
              <a:ext cx="933675" cy="440450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1169225" y="4556728"/>
              <a:ext cx="933675" cy="440450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1480451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1480451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1791572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1791572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2102799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2102799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2102799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2102799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24"/>
          <p:cNvGrpSpPr/>
          <p:nvPr/>
        </p:nvGrpSpPr>
        <p:grpSpPr>
          <a:xfrm>
            <a:off x="5219013" y="2750473"/>
            <a:ext cx="2489395" cy="311662"/>
            <a:chOff x="637500" y="4556728"/>
            <a:chExt cx="2489395" cy="440450"/>
          </a:xfrm>
        </p:grpSpPr>
        <p:sp>
          <p:nvSpPr>
            <p:cNvPr id="210" name="Google Shape;210;p24"/>
            <p:cNvSpPr/>
            <p:nvPr/>
          </p:nvSpPr>
          <p:spPr>
            <a:xfrm>
              <a:off x="637500" y="4556728"/>
              <a:ext cx="622345" cy="440450"/>
            </a:xfrm>
            <a:custGeom>
              <a:rect b="b" l="l" r="r" t="t"/>
              <a:pathLst>
                <a:path extrusionOk="0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637500" y="4556728"/>
              <a:ext cx="622345" cy="440450"/>
            </a:xfrm>
            <a:custGeom>
              <a:rect b="b" l="l" r="r" t="t"/>
              <a:pathLst>
                <a:path extrusionOk="0" fill="none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948622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948622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1259745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1259745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1259745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1259745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125974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125974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1259745" y="4556728"/>
              <a:ext cx="933675" cy="440450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1259745" y="4556728"/>
              <a:ext cx="933675" cy="440450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1259745" y="4556728"/>
              <a:ext cx="1244795" cy="440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1259745" y="4556728"/>
              <a:ext cx="1244795" cy="440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1259745" y="4556728"/>
              <a:ext cx="1555914" cy="440450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1259745" y="4556728"/>
              <a:ext cx="1555914" cy="440450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637500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637500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948622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948622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1259745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1259745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1570972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1570972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1570972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1570972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1570972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1570972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1570972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1570972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570972" y="4556728"/>
              <a:ext cx="1244689" cy="440450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1570972" y="4556728"/>
              <a:ext cx="1244689" cy="440450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37500" y="4556728"/>
              <a:ext cx="1244689" cy="440450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637500" y="4556728"/>
              <a:ext cx="1244689" cy="440450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948622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948622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125974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125974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1570972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1570972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1882095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1882095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1882095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1882095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188209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188209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1882095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1882095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637500" y="4556728"/>
              <a:ext cx="1555914" cy="440450"/>
            </a:xfrm>
            <a:custGeom>
              <a:rect b="b" l="l" r="r" t="t"/>
              <a:pathLst>
                <a:path extrusionOk="0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637500" y="4556728"/>
              <a:ext cx="1555914" cy="440450"/>
            </a:xfrm>
            <a:custGeom>
              <a:rect b="b" l="l" r="r" t="t"/>
              <a:pathLst>
                <a:path extrusionOk="0" fill="none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948622" y="4556728"/>
              <a:ext cx="1244795" cy="440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948622" y="4556728"/>
              <a:ext cx="1244795" cy="440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1259745" y="4556728"/>
              <a:ext cx="933675" cy="440450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1259745" y="4556728"/>
              <a:ext cx="933675" cy="440450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1570972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1570972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1882095" y="4556728"/>
              <a:ext cx="311331" cy="440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1882095" y="4556728"/>
              <a:ext cx="311331" cy="440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2193322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2193322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2193322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2193322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2193322" y="4556728"/>
              <a:ext cx="622345" cy="440450"/>
            </a:xfrm>
            <a:custGeom>
              <a:rect b="b" l="l" r="r" t="t"/>
              <a:pathLst>
                <a:path extrusionOk="0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2193322" y="4556728"/>
              <a:ext cx="622345" cy="440450"/>
            </a:xfrm>
            <a:custGeom>
              <a:rect b="b" l="l" r="r" t="t"/>
              <a:pathLst>
                <a:path extrusionOk="0" fill="none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7500" y="4556728"/>
              <a:ext cx="1867034" cy="440450"/>
            </a:xfrm>
            <a:custGeom>
              <a:rect b="b" l="l" r="r" t="t"/>
              <a:pathLst>
                <a:path extrusionOk="0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37500" y="4556728"/>
              <a:ext cx="1867034" cy="440450"/>
            </a:xfrm>
            <a:custGeom>
              <a:rect b="b" l="l" r="r" t="t"/>
              <a:pathLst>
                <a:path extrusionOk="0" fill="none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948622" y="4556728"/>
              <a:ext cx="1555914" cy="440450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948622" y="4556728"/>
              <a:ext cx="1555914" cy="440450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1259745" y="4556728"/>
              <a:ext cx="1244795" cy="440450"/>
            </a:xfrm>
            <a:custGeom>
              <a:rect b="b" l="l" r="r" t="t"/>
              <a:pathLst>
                <a:path extrusionOk="0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1259745" y="4556728"/>
              <a:ext cx="1244795" cy="440450"/>
            </a:xfrm>
            <a:custGeom>
              <a:rect b="b" l="l" r="r" t="t"/>
              <a:pathLst>
                <a:path extrusionOk="0" fill="none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1570972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1570972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188209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188209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2193322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2193322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2504445" y="4556728"/>
              <a:ext cx="106" cy="440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2504445" y="4556728"/>
              <a:ext cx="106" cy="440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2504445" y="4556728"/>
              <a:ext cx="311225" cy="440450"/>
            </a:xfrm>
            <a:custGeom>
              <a:rect b="b" l="l" r="r" t="t"/>
              <a:pathLst>
                <a:path extrusionOk="0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2504445" y="4556728"/>
              <a:ext cx="311225" cy="440450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1259745" y="4556728"/>
              <a:ext cx="1867139" cy="440450"/>
            </a:xfrm>
            <a:custGeom>
              <a:rect b="b" l="l" r="r" t="t"/>
              <a:pathLst>
                <a:path extrusionOk="0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1259745" y="4556728"/>
              <a:ext cx="1867139" cy="440450"/>
            </a:xfrm>
            <a:custGeom>
              <a:rect b="b" l="l" r="r" t="t"/>
              <a:pathLst>
                <a:path extrusionOk="0" fill="none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1570972" y="4556728"/>
              <a:ext cx="1555914" cy="440450"/>
            </a:xfrm>
            <a:custGeom>
              <a:rect b="b" l="l" r="r" t="t"/>
              <a:pathLst>
                <a:path extrusionOk="0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1570972" y="4556728"/>
              <a:ext cx="1555914" cy="440450"/>
            </a:xfrm>
            <a:custGeom>
              <a:rect b="b" l="l" r="r" t="t"/>
              <a:pathLst>
                <a:path extrusionOk="0" fill="none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1882095" y="4556728"/>
              <a:ext cx="1244795" cy="440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1882095" y="4556728"/>
              <a:ext cx="1244795" cy="440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2193322" y="4556728"/>
              <a:ext cx="933570" cy="440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2193322" y="4556728"/>
              <a:ext cx="933570" cy="440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2504445" y="4556728"/>
              <a:ext cx="622450" cy="440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2504445" y="4556728"/>
              <a:ext cx="622450" cy="440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4"/>
          <p:cNvGrpSpPr/>
          <p:nvPr/>
        </p:nvGrpSpPr>
        <p:grpSpPr>
          <a:xfrm>
            <a:off x="4502090" y="1558743"/>
            <a:ext cx="3923241" cy="186735"/>
            <a:chOff x="1073197" y="2148876"/>
            <a:chExt cx="3923241" cy="186735"/>
          </a:xfrm>
        </p:grpSpPr>
        <p:sp>
          <p:nvSpPr>
            <p:cNvPr id="301" name="Google Shape;301;p24"/>
            <p:cNvSpPr/>
            <p:nvPr/>
          </p:nvSpPr>
          <p:spPr>
            <a:xfrm>
              <a:off x="1073197" y="2148876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1384316" y="2148876"/>
              <a:ext cx="186841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1695541" y="2148876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2006661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2317780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2629005" y="2148876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2940125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3253789" y="2148876"/>
              <a:ext cx="186841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565014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876133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4187358" y="2148876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4498478" y="2148876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4809703" y="2148876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24"/>
          <p:cNvGrpSpPr/>
          <p:nvPr/>
        </p:nvGrpSpPr>
        <p:grpSpPr>
          <a:xfrm>
            <a:off x="5747946" y="3068529"/>
            <a:ext cx="1431529" cy="186735"/>
            <a:chOff x="2321473" y="3393780"/>
            <a:chExt cx="1431530" cy="186735"/>
          </a:xfrm>
        </p:grpSpPr>
        <p:sp>
          <p:nvSpPr>
            <p:cNvPr id="315" name="Google Shape;315;p24"/>
            <p:cNvSpPr/>
            <p:nvPr/>
          </p:nvSpPr>
          <p:spPr>
            <a:xfrm>
              <a:off x="2321473" y="339378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2632698" y="339378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2943817" y="339378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3255042" y="339378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3566162" y="339378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24"/>
          <p:cNvGrpSpPr/>
          <p:nvPr/>
        </p:nvGrpSpPr>
        <p:grpSpPr>
          <a:xfrm>
            <a:off x="6059171" y="3576226"/>
            <a:ext cx="809079" cy="186735"/>
            <a:chOff x="2630285" y="4018580"/>
            <a:chExt cx="809080" cy="186735"/>
          </a:xfrm>
        </p:grpSpPr>
        <p:sp>
          <p:nvSpPr>
            <p:cNvPr id="321" name="Google Shape;321;p24"/>
            <p:cNvSpPr/>
            <p:nvPr/>
          </p:nvSpPr>
          <p:spPr>
            <a:xfrm>
              <a:off x="2630285" y="401858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4CCCC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2941405" y="401858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4CCCC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3252630" y="401858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4CCCC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4"/>
          <p:cNvGrpSpPr/>
          <p:nvPr/>
        </p:nvGrpSpPr>
        <p:grpSpPr>
          <a:xfrm>
            <a:off x="5125654" y="2565390"/>
            <a:ext cx="2676113" cy="186747"/>
            <a:chOff x="1695484" y="2771317"/>
            <a:chExt cx="2676113" cy="186747"/>
          </a:xfrm>
        </p:grpSpPr>
        <p:sp>
          <p:nvSpPr>
            <p:cNvPr id="325" name="Google Shape;325;p24"/>
            <p:cNvSpPr/>
            <p:nvPr/>
          </p:nvSpPr>
          <p:spPr>
            <a:xfrm>
              <a:off x="1695484" y="277133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2006603" y="277133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2317723" y="277133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2628948" y="277133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2940067" y="277133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3251292" y="2771330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3873531" y="277133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4184756" y="2771330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3562413" y="2771317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24"/>
          <p:cNvGrpSpPr/>
          <p:nvPr/>
        </p:nvGrpSpPr>
        <p:grpSpPr>
          <a:xfrm>
            <a:off x="3907601" y="1075830"/>
            <a:ext cx="5112219" cy="161786"/>
            <a:chOff x="819383" y="640130"/>
            <a:chExt cx="5112219" cy="161786"/>
          </a:xfrm>
        </p:grpSpPr>
        <p:sp>
          <p:nvSpPr>
            <p:cNvPr id="335" name="Google Shape;335;p24"/>
            <p:cNvSpPr/>
            <p:nvPr/>
          </p:nvSpPr>
          <p:spPr>
            <a:xfrm>
              <a:off x="1843628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2014360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2185077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2355781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2697170" y="640216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990055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1160758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1331476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1502193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1672925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2526511" y="640216"/>
              <a:ext cx="1617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/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2526482" y="640203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3380003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3550735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4"/>
            <p:cNvSpPr/>
            <p:nvPr/>
          </p:nvSpPr>
          <p:spPr>
            <a:xfrm>
              <a:off x="3721452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3892156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4233545" y="640216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2867851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3038568" y="64016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3209300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4062886" y="640216"/>
              <a:ext cx="1617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4062857" y="640203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4404235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4574952" y="640168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4745685" y="640143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4916402" y="640143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5087106" y="640143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5257807" y="640178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819383" y="640143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5428502" y="640143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5599207" y="640166"/>
              <a:ext cx="161700" cy="1617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5769902" y="640130"/>
              <a:ext cx="161700" cy="161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4"/>
          <p:cNvSpPr txBox="1"/>
          <p:nvPr/>
        </p:nvSpPr>
        <p:spPr>
          <a:xfrm>
            <a:off x="6773737" y="3806621"/>
            <a:ext cx="527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...</a:t>
            </a:r>
            <a:endParaRPr b="1" sz="1200"/>
          </a:p>
        </p:txBody>
      </p:sp>
      <p:sp>
        <p:nvSpPr>
          <p:cNvPr id="368" name="Google Shape;368;p24"/>
          <p:cNvSpPr txBox="1"/>
          <p:nvPr/>
        </p:nvSpPr>
        <p:spPr>
          <a:xfrm>
            <a:off x="5939340" y="3748121"/>
            <a:ext cx="421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6251910" y="3748121"/>
            <a:ext cx="421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6566804" y="3748121"/>
            <a:ext cx="421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1" name="Google Shape;371;p24"/>
          <p:cNvGrpSpPr/>
          <p:nvPr/>
        </p:nvGrpSpPr>
        <p:grpSpPr>
          <a:xfrm>
            <a:off x="3974388" y="1240167"/>
            <a:ext cx="4978645" cy="311665"/>
            <a:chOff x="3972154" y="4374500"/>
            <a:chExt cx="4978645" cy="622458"/>
          </a:xfrm>
        </p:grpSpPr>
        <p:sp>
          <p:nvSpPr>
            <p:cNvPr id="372" name="Google Shape;372;p24"/>
            <p:cNvSpPr/>
            <p:nvPr/>
          </p:nvSpPr>
          <p:spPr>
            <a:xfrm>
              <a:off x="3972154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3972154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4283273" y="4374508"/>
              <a:ext cx="311331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4283273" y="4374508"/>
              <a:ext cx="311331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4594498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4594498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4594498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4594498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4594498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4594498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4594498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4594498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4594498" y="4374508"/>
              <a:ext cx="1244689" cy="622450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4594498" y="4374508"/>
              <a:ext cx="1244689" cy="622450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4594498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4594498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4594498" y="4374508"/>
              <a:ext cx="1867034" cy="622450"/>
            </a:xfrm>
            <a:custGeom>
              <a:rect b="b" l="l" r="r" t="t"/>
              <a:pathLst>
                <a:path extrusionOk="0" h="5900" w="17697">
                  <a:moveTo>
                    <a:pt x="0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4594498" y="4374508"/>
              <a:ext cx="1867034" cy="622450"/>
            </a:xfrm>
            <a:custGeom>
              <a:rect b="b" l="l" r="r" t="t"/>
              <a:pathLst>
                <a:path extrusionOk="0" fill="none" h="5900" w="17697">
                  <a:moveTo>
                    <a:pt x="0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3972154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3972154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4283273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4283273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4594498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4594498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4905618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4905618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4905618" y="4374508"/>
              <a:ext cx="311331" cy="622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4905618" y="4374508"/>
              <a:ext cx="311331" cy="622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4905618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4905618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4905618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4905618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4905618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4905618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4905618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4905618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3972154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3972154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283273" y="4374508"/>
              <a:ext cx="933675" cy="622450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283273" y="4374508"/>
              <a:ext cx="933675" cy="622450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4594498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4594498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4905618" y="4374508"/>
              <a:ext cx="311331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4905618" y="4374508"/>
              <a:ext cx="311331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5216843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5216843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5216843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5216843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5216843" y="4374508"/>
              <a:ext cx="622345" cy="622450"/>
            </a:xfrm>
            <a:custGeom>
              <a:rect b="b" l="l" r="r" t="t"/>
              <a:pathLst>
                <a:path extrusionOk="0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5216843" y="4374508"/>
              <a:ext cx="622345" cy="622450"/>
            </a:xfrm>
            <a:custGeom>
              <a:rect b="b" l="l" r="r" t="t"/>
              <a:pathLst>
                <a:path extrusionOk="0" fill="none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5216843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5216843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5216843" y="4374508"/>
              <a:ext cx="1244689" cy="622450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5216843" y="4374508"/>
              <a:ext cx="1244689" cy="622450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3972154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3972154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4283273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4283273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4594498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4594498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4905618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4905618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5216843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5216843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5527962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5527962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5527962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5527962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5527962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5527962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5527962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5527962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3972154" y="4374508"/>
              <a:ext cx="1867034" cy="622450"/>
            </a:xfrm>
            <a:custGeom>
              <a:rect b="b" l="l" r="r" t="t"/>
              <a:pathLst>
                <a:path extrusionOk="0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3972154" y="4374508"/>
              <a:ext cx="1867034" cy="622450"/>
            </a:xfrm>
            <a:custGeom>
              <a:rect b="b" l="l" r="r" t="t"/>
              <a:pathLst>
                <a:path extrusionOk="0" fill="none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4283273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4283273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4594498" y="4374508"/>
              <a:ext cx="1244689" cy="622450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4594498" y="4374508"/>
              <a:ext cx="1244689" cy="622450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4905618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4905618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5216843" y="4374508"/>
              <a:ext cx="622345" cy="622450"/>
            </a:xfrm>
            <a:custGeom>
              <a:rect b="b" l="l" r="r" t="t"/>
              <a:pathLst>
                <a:path extrusionOk="0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5216843" y="4374508"/>
              <a:ext cx="622345" cy="622450"/>
            </a:xfrm>
            <a:custGeom>
              <a:rect b="b" l="l" r="r" t="t"/>
              <a:pathLst>
                <a:path extrusionOk="0" fill="none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5527962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5527962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5839082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5839082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5839082" y="4374508"/>
              <a:ext cx="311331" cy="622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5839082" y="4374508"/>
              <a:ext cx="311331" cy="622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5839082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5839082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3972154" y="4374508"/>
              <a:ext cx="2178259" cy="622450"/>
            </a:xfrm>
            <a:custGeom>
              <a:rect b="b" l="l" r="r" t="t"/>
              <a:pathLst>
                <a:path extrusionOk="0" h="5900" w="20647">
                  <a:moveTo>
                    <a:pt x="20646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3972154" y="4374508"/>
              <a:ext cx="2178259" cy="622450"/>
            </a:xfrm>
            <a:custGeom>
              <a:rect b="b" l="l" r="r" t="t"/>
              <a:pathLst>
                <a:path extrusionOk="0" fill="none" h="5900" w="20647">
                  <a:moveTo>
                    <a:pt x="20646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4283273" y="4374508"/>
              <a:ext cx="1867139" cy="622450"/>
            </a:xfrm>
            <a:custGeom>
              <a:rect b="b" l="l" r="r" t="t"/>
              <a:pathLst>
                <a:path extrusionOk="0" h="5900" w="17698">
                  <a:moveTo>
                    <a:pt x="17697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4283273" y="4374508"/>
              <a:ext cx="1867139" cy="622450"/>
            </a:xfrm>
            <a:custGeom>
              <a:rect b="b" l="l" r="r" t="t"/>
              <a:pathLst>
                <a:path extrusionOk="0" fill="none" h="5900" w="17698">
                  <a:moveTo>
                    <a:pt x="17697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4594498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4594498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4905618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4905618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5216843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5216843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5527962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5527962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5839082" y="4374508"/>
              <a:ext cx="311331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5839082" y="4374508"/>
              <a:ext cx="311331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6150307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6150307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6150307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4"/>
            <p:cNvSpPr/>
            <p:nvPr/>
          </p:nvSpPr>
          <p:spPr>
            <a:xfrm>
              <a:off x="6150307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3972154" y="4374508"/>
              <a:ext cx="2489378" cy="622450"/>
            </a:xfrm>
            <a:custGeom>
              <a:rect b="b" l="l" r="r" t="t"/>
              <a:pathLst>
                <a:path extrusionOk="0" h="5900" w="23596">
                  <a:moveTo>
                    <a:pt x="23596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3972154" y="4374508"/>
              <a:ext cx="2489378" cy="622450"/>
            </a:xfrm>
            <a:custGeom>
              <a:rect b="b" l="l" r="r" t="t"/>
              <a:pathLst>
                <a:path extrusionOk="0" fill="none" h="5900" w="23596">
                  <a:moveTo>
                    <a:pt x="23596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4"/>
            <p:cNvSpPr/>
            <p:nvPr/>
          </p:nvSpPr>
          <p:spPr>
            <a:xfrm>
              <a:off x="4283273" y="4374508"/>
              <a:ext cx="2178259" cy="622450"/>
            </a:xfrm>
            <a:custGeom>
              <a:rect b="b" l="l" r="r" t="t"/>
              <a:pathLst>
                <a:path extrusionOk="0" h="5900" w="20647">
                  <a:moveTo>
                    <a:pt x="20647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4"/>
            <p:cNvSpPr/>
            <p:nvPr/>
          </p:nvSpPr>
          <p:spPr>
            <a:xfrm>
              <a:off x="4283273" y="4374508"/>
              <a:ext cx="2178259" cy="622450"/>
            </a:xfrm>
            <a:custGeom>
              <a:rect b="b" l="l" r="r" t="t"/>
              <a:pathLst>
                <a:path extrusionOk="0" fill="none" h="5900" w="20647">
                  <a:moveTo>
                    <a:pt x="20647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4594498" y="4374508"/>
              <a:ext cx="1867034" cy="622450"/>
            </a:xfrm>
            <a:custGeom>
              <a:rect b="b" l="l" r="r" t="t"/>
              <a:pathLst>
                <a:path extrusionOk="0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4594498" y="4374508"/>
              <a:ext cx="1867034" cy="622450"/>
            </a:xfrm>
            <a:custGeom>
              <a:rect b="b" l="l" r="r" t="t"/>
              <a:pathLst>
                <a:path extrusionOk="0" fill="none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4"/>
            <p:cNvSpPr/>
            <p:nvPr/>
          </p:nvSpPr>
          <p:spPr>
            <a:xfrm>
              <a:off x="4905618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4"/>
            <p:cNvSpPr/>
            <p:nvPr/>
          </p:nvSpPr>
          <p:spPr>
            <a:xfrm>
              <a:off x="4905618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5216843" y="4374508"/>
              <a:ext cx="1244689" cy="622450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5216843" y="4374508"/>
              <a:ext cx="1244689" cy="622450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5527962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5527962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5839082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5839082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6150307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6150307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6461426" y="4374508"/>
              <a:ext cx="106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6461426" y="4374508"/>
              <a:ext cx="106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6461421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6461421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6461421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6461421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6461421" y="4374508"/>
              <a:ext cx="933569" cy="622450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6461421" y="4374508"/>
              <a:ext cx="933569" cy="622450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6461421" y="4374508"/>
              <a:ext cx="1244794" cy="622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6461421" y="4374508"/>
              <a:ext cx="1244794" cy="622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6461421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6461421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6461421" y="4374508"/>
              <a:ext cx="1867139" cy="622450"/>
            </a:xfrm>
            <a:custGeom>
              <a:rect b="b" l="l" r="r" t="t"/>
              <a:pathLst>
                <a:path extrusionOk="0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6461421" y="4374508"/>
              <a:ext cx="1867139" cy="622450"/>
            </a:xfrm>
            <a:custGeom>
              <a:rect b="b" l="l" r="r" t="t"/>
              <a:pathLst>
                <a:path extrusionOk="0" fill="none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6461421" y="4374508"/>
              <a:ext cx="2178259" cy="622450"/>
            </a:xfrm>
            <a:custGeom>
              <a:rect b="b" l="l" r="r" t="t"/>
              <a:pathLst>
                <a:path extrusionOk="0" h="5900" w="20647">
                  <a:moveTo>
                    <a:pt x="1" y="5899"/>
                  </a:moveTo>
                  <a:lnTo>
                    <a:pt x="20646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6461421" y="4374508"/>
              <a:ext cx="2178259" cy="622450"/>
            </a:xfrm>
            <a:custGeom>
              <a:rect b="b" l="l" r="r" t="t"/>
              <a:pathLst>
                <a:path extrusionOk="0" fill="none" h="5900" w="20647">
                  <a:moveTo>
                    <a:pt x="1" y="5899"/>
                  </a:moveTo>
                  <a:lnTo>
                    <a:pt x="20646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6461421" y="4374508"/>
              <a:ext cx="2489378" cy="622450"/>
            </a:xfrm>
            <a:custGeom>
              <a:rect b="b" l="l" r="r" t="t"/>
              <a:pathLst>
                <a:path extrusionOk="0" h="5900" w="23596">
                  <a:moveTo>
                    <a:pt x="1" y="5899"/>
                  </a:moveTo>
                  <a:lnTo>
                    <a:pt x="23596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6461421" y="4374508"/>
              <a:ext cx="2489378" cy="622450"/>
            </a:xfrm>
            <a:custGeom>
              <a:rect b="b" l="l" r="r" t="t"/>
              <a:pathLst>
                <a:path extrusionOk="0" fill="none" h="5900" w="23596">
                  <a:moveTo>
                    <a:pt x="1" y="5899"/>
                  </a:moveTo>
                  <a:lnTo>
                    <a:pt x="23596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6461421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6461421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6772540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6772540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6772540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6772540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6772540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6772540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6772540" y="4374508"/>
              <a:ext cx="933675" cy="622450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6772540" y="4374508"/>
              <a:ext cx="933675" cy="622450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6772540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6772540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6772540" y="4374508"/>
              <a:ext cx="1556020" cy="622450"/>
            </a:xfrm>
            <a:custGeom>
              <a:rect b="b" l="l" r="r" t="t"/>
              <a:pathLst>
                <a:path extrusionOk="0" h="5900" w="14749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6772540" y="4374508"/>
              <a:ext cx="1556020" cy="622450"/>
            </a:xfrm>
            <a:custGeom>
              <a:rect b="b" l="l" r="r" t="t"/>
              <a:pathLst>
                <a:path extrusionOk="0" fill="none" h="5900" w="14749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6772540" y="4374508"/>
              <a:ext cx="1867139" cy="622450"/>
            </a:xfrm>
            <a:custGeom>
              <a:rect b="b" l="l" r="r" t="t"/>
              <a:pathLst>
                <a:path extrusionOk="0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6772540" y="4374508"/>
              <a:ext cx="1867139" cy="622450"/>
            </a:xfrm>
            <a:custGeom>
              <a:rect b="b" l="l" r="r" t="t"/>
              <a:pathLst>
                <a:path extrusionOk="0" fill="none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6772540" y="4374508"/>
              <a:ext cx="2178258" cy="622450"/>
            </a:xfrm>
            <a:custGeom>
              <a:rect b="b" l="l" r="r" t="t"/>
              <a:pathLst>
                <a:path extrusionOk="0" h="5900" w="20647">
                  <a:moveTo>
                    <a:pt x="1" y="5899"/>
                  </a:moveTo>
                  <a:lnTo>
                    <a:pt x="206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6772540" y="4374508"/>
              <a:ext cx="2178258" cy="622450"/>
            </a:xfrm>
            <a:custGeom>
              <a:rect b="b" l="l" r="r" t="t"/>
              <a:pathLst>
                <a:path extrusionOk="0" fill="none" h="5900" w="20647">
                  <a:moveTo>
                    <a:pt x="1" y="5899"/>
                  </a:moveTo>
                  <a:lnTo>
                    <a:pt x="2064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6461421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6461421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6772540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6772540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7083765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7083765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7083765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7083765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7083765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7083765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7083765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7083765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7083765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7083765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7083765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7083765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0" y="5899"/>
                  </a:moveTo>
                  <a:lnTo>
                    <a:pt x="1474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7083765" y="4374508"/>
              <a:ext cx="1867033" cy="622450"/>
            </a:xfrm>
            <a:custGeom>
              <a:rect b="b" l="l" r="r" t="t"/>
              <a:pathLst>
                <a:path extrusionOk="0" h="5900" w="17697">
                  <a:moveTo>
                    <a:pt x="0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7083765" y="4374508"/>
              <a:ext cx="1867033" cy="622450"/>
            </a:xfrm>
            <a:custGeom>
              <a:rect b="b" l="l" r="r" t="t"/>
              <a:pathLst>
                <a:path extrusionOk="0" fill="none" h="5900" w="17697">
                  <a:moveTo>
                    <a:pt x="0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6461421" y="4374508"/>
              <a:ext cx="933569" cy="622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6461421" y="4374508"/>
              <a:ext cx="933569" cy="622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6772540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6772540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7083765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7083765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7394885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7394885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7394885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7394885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7394885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7394885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7394885" y="4374508"/>
              <a:ext cx="933675" cy="622450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7394885" y="4374508"/>
              <a:ext cx="933675" cy="622450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7394885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7394885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7394885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7394885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6461421" y="4374508"/>
              <a:ext cx="1244794" cy="622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6461421" y="4374508"/>
              <a:ext cx="1244794" cy="622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6772540" y="4374508"/>
              <a:ext cx="933675" cy="622450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6772540" y="4374508"/>
              <a:ext cx="933675" cy="622450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7083765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7083765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7394885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7394885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7706110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7706110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7706110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7706110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7706110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7706110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7706110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7706110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7706110" y="4374508"/>
              <a:ext cx="1244689" cy="622450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7706110" y="4374508"/>
              <a:ext cx="1244689" cy="622450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6461421" y="4374508"/>
              <a:ext cx="1555914" cy="622450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6461421" y="4374508"/>
              <a:ext cx="1555914" cy="622450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6772540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6772540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7083765" y="4374508"/>
              <a:ext cx="933570" cy="622450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7083765" y="4374508"/>
              <a:ext cx="933570" cy="622450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7394885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7394885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7706110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7706110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8017229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8017229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8017229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8017229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8017229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8017229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4"/>
            <p:cNvSpPr/>
            <p:nvPr/>
          </p:nvSpPr>
          <p:spPr>
            <a:xfrm>
              <a:off x="8017229" y="4374508"/>
              <a:ext cx="933569" cy="622450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8017229" y="4374508"/>
              <a:ext cx="933569" cy="622450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6461421" y="4374508"/>
              <a:ext cx="1867139" cy="622450"/>
            </a:xfrm>
            <a:custGeom>
              <a:rect b="b" l="l" r="r" t="t"/>
              <a:pathLst>
                <a:path extrusionOk="0" h="5900" w="17698">
                  <a:moveTo>
                    <a:pt x="17697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6461421" y="4374508"/>
              <a:ext cx="1867139" cy="622450"/>
            </a:xfrm>
            <a:custGeom>
              <a:rect b="b" l="l" r="r" t="t"/>
              <a:pathLst>
                <a:path extrusionOk="0" fill="none" h="5900" w="17698">
                  <a:moveTo>
                    <a:pt x="17697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6772540" y="4374508"/>
              <a:ext cx="1556020" cy="622450"/>
            </a:xfrm>
            <a:custGeom>
              <a:rect b="b" l="l" r="r" t="t"/>
              <a:pathLst>
                <a:path extrusionOk="0" h="5900" w="14749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6772540" y="4374508"/>
              <a:ext cx="1556020" cy="622450"/>
            </a:xfrm>
            <a:custGeom>
              <a:rect b="b" l="l" r="r" t="t"/>
              <a:pathLst>
                <a:path extrusionOk="0" fill="none" h="5900" w="14749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7083765" y="4374508"/>
              <a:ext cx="1244795" cy="622450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7083765" y="4374508"/>
              <a:ext cx="1244795" cy="622450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7394885" y="4374508"/>
              <a:ext cx="933675" cy="622450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7394885" y="4374508"/>
              <a:ext cx="933675" cy="622450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7706110" y="4374508"/>
              <a:ext cx="622450" cy="622450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7706110" y="4374508"/>
              <a:ext cx="622450" cy="622450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8017229" y="4374508"/>
              <a:ext cx="311330" cy="622450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8017229" y="4374508"/>
              <a:ext cx="311330" cy="622450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8328454" y="4374508"/>
              <a:ext cx="105" cy="622450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8328454" y="4374508"/>
              <a:ext cx="105" cy="622450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8328454" y="4374508"/>
              <a:ext cx="311225" cy="622450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8328454" y="4374508"/>
              <a:ext cx="311225" cy="622450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8328454" y="4374508"/>
              <a:ext cx="622344" cy="622450"/>
            </a:xfrm>
            <a:custGeom>
              <a:rect b="b" l="l" r="r" t="t"/>
              <a:pathLst>
                <a:path extrusionOk="0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8328454" y="4374508"/>
              <a:ext cx="622344" cy="622450"/>
            </a:xfrm>
            <a:custGeom>
              <a:rect b="b" l="l" r="r" t="t"/>
              <a:pathLst>
                <a:path extrusionOk="0" fill="none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6150275" y="4374500"/>
              <a:ext cx="622325" cy="622450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 flipH="1">
              <a:off x="6150300" y="4374500"/>
              <a:ext cx="622325" cy="622450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4"/>
          <p:cNvGrpSpPr/>
          <p:nvPr/>
        </p:nvGrpSpPr>
        <p:grpSpPr>
          <a:xfrm>
            <a:off x="4813210" y="2066712"/>
            <a:ext cx="3301002" cy="186735"/>
            <a:chOff x="524366" y="4737901"/>
            <a:chExt cx="3301002" cy="186735"/>
          </a:xfrm>
        </p:grpSpPr>
        <p:sp>
          <p:nvSpPr>
            <p:cNvPr id="625" name="Google Shape;625;p24"/>
            <p:cNvSpPr/>
            <p:nvPr/>
          </p:nvSpPr>
          <p:spPr>
            <a:xfrm>
              <a:off x="524366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835591" y="4737901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1146711" y="4737901"/>
              <a:ext cx="186841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1457830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1769055" y="4737901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2080175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2393839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1" y="1369"/>
                    <a:pt x="1771" y="873"/>
                  </a:cubicBezTo>
                  <a:cubicBezTo>
                    <a:pt x="1771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2705064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3016183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3327408" y="4737901"/>
              <a:ext cx="186735" cy="186735"/>
            </a:xfrm>
            <a:custGeom>
              <a:rect b="b" l="l" r="r" t="t"/>
              <a:pathLst>
                <a:path extrusionOk="0" h="1770" w="1770">
                  <a:moveTo>
                    <a:pt x="873" y="0"/>
                  </a:moveTo>
                  <a:cubicBezTo>
                    <a:pt x="378" y="0"/>
                    <a:pt x="0" y="378"/>
                    <a:pt x="0" y="873"/>
                  </a:cubicBezTo>
                  <a:cubicBezTo>
                    <a:pt x="0" y="1369"/>
                    <a:pt x="378" y="1770"/>
                    <a:pt x="873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3638528" y="4737901"/>
              <a:ext cx="186840" cy="186735"/>
            </a:xfrm>
            <a:custGeom>
              <a:rect b="b" l="l" r="r" t="t"/>
              <a:pathLst>
                <a:path extrusionOk="0" h="1770" w="1771">
                  <a:moveTo>
                    <a:pt x="874" y="0"/>
                  </a:moveTo>
                  <a:cubicBezTo>
                    <a:pt x="378" y="0"/>
                    <a:pt x="1" y="378"/>
                    <a:pt x="1" y="873"/>
                  </a:cubicBezTo>
                  <a:cubicBezTo>
                    <a:pt x="1" y="1369"/>
                    <a:pt x="378" y="1770"/>
                    <a:pt x="874" y="1770"/>
                  </a:cubicBezTo>
                  <a:cubicBezTo>
                    <a:pt x="1369" y="1770"/>
                    <a:pt x="1770" y="1369"/>
                    <a:pt x="1770" y="873"/>
                  </a:cubicBezTo>
                  <a:cubicBezTo>
                    <a:pt x="1770" y="378"/>
                    <a:pt x="1369" y="0"/>
                    <a:pt x="874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24"/>
          <p:cNvGrpSpPr/>
          <p:nvPr/>
        </p:nvGrpSpPr>
        <p:grpSpPr>
          <a:xfrm>
            <a:off x="4596733" y="1753889"/>
            <a:ext cx="3734062" cy="311672"/>
            <a:chOff x="1167733" y="2134889"/>
            <a:chExt cx="3734062" cy="311672"/>
          </a:xfrm>
        </p:grpSpPr>
        <p:sp>
          <p:nvSpPr>
            <p:cNvPr id="637" name="Google Shape;637;p24"/>
            <p:cNvSpPr/>
            <p:nvPr/>
          </p:nvSpPr>
          <p:spPr>
            <a:xfrm>
              <a:off x="1167733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1167733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1478852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1478852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1478852" y="2134893"/>
              <a:ext cx="311330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1478852" y="2134893"/>
              <a:ext cx="311330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1478852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1478852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1478852" y="2134893"/>
              <a:ext cx="933569" cy="311667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1478852" y="2134893"/>
              <a:ext cx="933569" cy="311667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1478852" y="2134893"/>
              <a:ext cx="1244794" cy="311667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1478852" y="2134893"/>
              <a:ext cx="1244794" cy="311667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1478852" y="2134893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1478852" y="2134893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1167733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1167733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1478852" y="2134893"/>
              <a:ext cx="311330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1478852" y="2134893"/>
              <a:ext cx="311330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1790077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1790077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1790077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1790077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1790077" y="2134893"/>
              <a:ext cx="622345" cy="311667"/>
            </a:xfrm>
            <a:custGeom>
              <a:rect b="b" l="l" r="r" t="t"/>
              <a:pathLst>
                <a:path extrusionOk="0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1790077" y="2134893"/>
              <a:ext cx="622345" cy="311667"/>
            </a:xfrm>
            <a:custGeom>
              <a:rect b="b" l="l" r="r" t="t"/>
              <a:pathLst>
                <a:path extrusionOk="0" fill="none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1790077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1790077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1790077" y="2134893"/>
              <a:ext cx="1244689" cy="311667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1790077" y="2134893"/>
              <a:ext cx="1244689" cy="311667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1167733" y="2134893"/>
              <a:ext cx="933569" cy="311667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1167733" y="2134893"/>
              <a:ext cx="933569" cy="311667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1478852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1478852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1790077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1790077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2101197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2101197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2101197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2101197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2101197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2101197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2101197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2101197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1167733" y="2134893"/>
              <a:ext cx="1244689" cy="311667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1167733" y="2134893"/>
              <a:ext cx="1244689" cy="311667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1478852" y="2134893"/>
              <a:ext cx="933569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1478852" y="2134893"/>
              <a:ext cx="933569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1790077" y="2134893"/>
              <a:ext cx="622345" cy="311667"/>
            </a:xfrm>
            <a:custGeom>
              <a:rect b="b" l="l" r="r" t="t"/>
              <a:pathLst>
                <a:path extrusionOk="0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1790077" y="2134893"/>
              <a:ext cx="622345" cy="311667"/>
            </a:xfrm>
            <a:custGeom>
              <a:rect b="b" l="l" r="r" t="t"/>
              <a:pathLst>
                <a:path extrusionOk="0" fill="none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2101197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2101197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2412316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2412316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2412316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2412316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2412316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2412316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1167733" y="2134893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1167733" y="2134893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474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1478852" y="2134893"/>
              <a:ext cx="1244794" cy="311667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1478852" y="2134893"/>
              <a:ext cx="1244794" cy="311667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1790077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1790077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2101197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2101197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2412316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2412316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2723541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2723541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2723541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2723541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1167733" y="2134893"/>
              <a:ext cx="1867034" cy="311667"/>
            </a:xfrm>
            <a:custGeom>
              <a:rect b="b" l="l" r="r" t="t"/>
              <a:pathLst>
                <a:path extrusionOk="0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1167733" y="2134893"/>
              <a:ext cx="1867034" cy="311667"/>
            </a:xfrm>
            <a:custGeom>
              <a:rect b="b" l="l" r="r" t="t"/>
              <a:pathLst>
                <a:path extrusionOk="0" fill="none" h="5900" w="17697">
                  <a:moveTo>
                    <a:pt x="17697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1478852" y="2134893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1478852" y="2134893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1790077" y="2134893"/>
              <a:ext cx="1244689" cy="311667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1790077" y="2134893"/>
              <a:ext cx="1244689" cy="311667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2101197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2101197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2412316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2412316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2723541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2723541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3034661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3034661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3034655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3034655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3034655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3034655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3034655" y="2134893"/>
              <a:ext cx="933569" cy="311667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3034655" y="2134893"/>
              <a:ext cx="933569" cy="311667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3034655" y="2134893"/>
              <a:ext cx="1244794" cy="311667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3034655" y="2134893"/>
              <a:ext cx="1244794" cy="311667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3034655" y="2134893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3034655" y="2134893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3034655" y="2134893"/>
              <a:ext cx="1867139" cy="311667"/>
            </a:xfrm>
            <a:custGeom>
              <a:rect b="b" l="l" r="r" t="t"/>
              <a:pathLst>
                <a:path extrusionOk="0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3034655" y="2134893"/>
              <a:ext cx="1867139" cy="311667"/>
            </a:xfrm>
            <a:custGeom>
              <a:rect b="b" l="l" r="r" t="t"/>
              <a:pathLst>
                <a:path extrusionOk="0" fill="none" h="5900" w="17698">
                  <a:moveTo>
                    <a:pt x="1" y="5899"/>
                  </a:moveTo>
                  <a:lnTo>
                    <a:pt x="17697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3034655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3034655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3345775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3345775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3345775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3345775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3345775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3345775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3345775" y="2134893"/>
              <a:ext cx="933675" cy="311667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3345775" y="2134893"/>
              <a:ext cx="933675" cy="311667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3345775" y="2134893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3345775" y="2134893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3345775" y="2134893"/>
              <a:ext cx="1556020" cy="311667"/>
            </a:xfrm>
            <a:custGeom>
              <a:rect b="b" l="l" r="r" t="t"/>
              <a:pathLst>
                <a:path extrusionOk="0" h="5900" w="14749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3345775" y="2134893"/>
              <a:ext cx="1556020" cy="311667"/>
            </a:xfrm>
            <a:custGeom>
              <a:rect b="b" l="l" r="r" t="t"/>
              <a:pathLst>
                <a:path extrusionOk="0" fill="none" h="5900" w="14749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3034655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3034655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3345775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3345775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3657000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3657000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3657000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3657000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3657000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3657000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3657000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3657000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3657000" y="2134893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3657000" y="2134893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3034655" y="2134893"/>
              <a:ext cx="933569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3034655" y="2134893"/>
              <a:ext cx="933569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3345775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3345775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3657000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3657000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3968119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3968119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3968119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3968119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3968119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3968119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3968119" y="2134893"/>
              <a:ext cx="933675" cy="311667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3968119" y="2134893"/>
              <a:ext cx="933675" cy="311667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3034655" y="2134893"/>
              <a:ext cx="1244794" cy="311667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3034655" y="2134893"/>
              <a:ext cx="1244794" cy="311667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3345775" y="2134893"/>
              <a:ext cx="933675" cy="311667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3345775" y="2134893"/>
              <a:ext cx="933675" cy="311667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3657000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3657000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3968119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3968119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4279344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4279344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4279344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4279344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4279344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4279344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3034655" y="2134893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3034655" y="2134893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3345775" y="2134893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3345775" y="2134893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17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3657000" y="2134893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3657000" y="2134893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3968119" y="2134893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3968119" y="2134893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4279344" y="2134893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4279344" y="2134893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4590464" y="2134893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4590464" y="2134893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4590464" y="2134893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4590464" y="2134893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2723509" y="2134889"/>
              <a:ext cx="622325" cy="311667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 flipH="1">
              <a:off x="2723534" y="2134889"/>
              <a:ext cx="622325" cy="311667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4"/>
          <p:cNvGrpSpPr/>
          <p:nvPr/>
        </p:nvGrpSpPr>
        <p:grpSpPr>
          <a:xfrm>
            <a:off x="4906526" y="2253970"/>
            <a:ext cx="3114262" cy="311667"/>
            <a:chOff x="1477526" y="2634970"/>
            <a:chExt cx="3114262" cy="311667"/>
          </a:xfrm>
        </p:grpSpPr>
        <p:sp>
          <p:nvSpPr>
            <p:cNvPr id="806" name="Google Shape;806;p24"/>
            <p:cNvSpPr/>
            <p:nvPr/>
          </p:nvSpPr>
          <p:spPr>
            <a:xfrm>
              <a:off x="1477526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1477526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1788750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1788750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1788750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1788750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1788750" y="2634970"/>
              <a:ext cx="622345" cy="311667"/>
            </a:xfrm>
            <a:custGeom>
              <a:rect b="b" l="l" r="r" t="t"/>
              <a:pathLst>
                <a:path extrusionOk="0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1788750" y="2634970"/>
              <a:ext cx="622345" cy="311667"/>
            </a:xfrm>
            <a:custGeom>
              <a:rect b="b" l="l" r="r" t="t"/>
              <a:pathLst>
                <a:path extrusionOk="0" fill="none" h="5900" w="5899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1788750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1788750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1788750" y="2634970"/>
              <a:ext cx="1244689" cy="311667"/>
            </a:xfrm>
            <a:custGeom>
              <a:rect b="b" l="l" r="r" t="t"/>
              <a:pathLst>
                <a:path extrusionOk="0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1788750" y="2634970"/>
              <a:ext cx="1244689" cy="311667"/>
            </a:xfrm>
            <a:custGeom>
              <a:rect b="b" l="l" r="r" t="t"/>
              <a:pathLst>
                <a:path extrusionOk="0" fill="none" h="5900" w="11798">
                  <a:moveTo>
                    <a:pt x="0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1477526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1477526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1788750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1788750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2099869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2099869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2099869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2099869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2099869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2099869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2099869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2099869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1477526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1477526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1788750" y="2634970"/>
              <a:ext cx="622345" cy="311667"/>
            </a:xfrm>
            <a:custGeom>
              <a:rect b="b" l="l" r="r" t="t"/>
              <a:pathLst>
                <a:path extrusionOk="0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1788750" y="2634970"/>
              <a:ext cx="622345" cy="311667"/>
            </a:xfrm>
            <a:custGeom>
              <a:rect b="b" l="l" r="r" t="t"/>
              <a:pathLst>
                <a:path extrusionOk="0" fill="none" h="5900" w="5899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2099869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2099869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2410988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2410988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2410988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2410988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2410988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2410988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1477526" y="2634970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1477526" y="2634970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1788750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1788750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2099869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2099869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2410988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2410988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2722212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2722212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2722212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2722212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1477526" y="2634970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1477526" y="2634970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474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1788750" y="2634970"/>
              <a:ext cx="1244689" cy="311667"/>
            </a:xfrm>
            <a:custGeom>
              <a:rect b="b" l="l" r="r" t="t"/>
              <a:pathLst>
                <a:path extrusionOk="0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1788750" y="2634970"/>
              <a:ext cx="1244689" cy="311667"/>
            </a:xfrm>
            <a:custGeom>
              <a:rect b="b" l="l" r="r" t="t"/>
              <a:pathLst>
                <a:path extrusionOk="0" fill="none" h="5900" w="11798">
                  <a:moveTo>
                    <a:pt x="11798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2099869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2099869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2410988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2410988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2722212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2722212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3033330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3033330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3035875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3035875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3035875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3035875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3035875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3035875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3035875" y="2634970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3035875" y="2634970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3035875" y="2634970"/>
              <a:ext cx="1555914" cy="311667"/>
            </a:xfrm>
            <a:custGeom>
              <a:rect b="b" l="l" r="r" t="t"/>
              <a:pathLst>
                <a:path extrusionOk="0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3035875" y="2634970"/>
              <a:ext cx="1555914" cy="311667"/>
            </a:xfrm>
            <a:custGeom>
              <a:rect b="b" l="l" r="r" t="t"/>
              <a:pathLst>
                <a:path extrusionOk="0" fill="none" h="5900" w="14748">
                  <a:moveTo>
                    <a:pt x="1" y="5899"/>
                  </a:moveTo>
                  <a:lnTo>
                    <a:pt x="14748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3035875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3035875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3346993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3346993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3346993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3346993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3346993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3346993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3346993" y="2634970"/>
              <a:ext cx="933675" cy="311667"/>
            </a:xfrm>
            <a:custGeom>
              <a:rect b="b" l="l" r="r" t="t"/>
              <a:pathLst>
                <a:path extrusionOk="0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3346993" y="2634970"/>
              <a:ext cx="933675" cy="311667"/>
            </a:xfrm>
            <a:custGeom>
              <a:rect b="b" l="l" r="r" t="t"/>
              <a:pathLst>
                <a:path extrusionOk="0" fill="none" h="5900" w="8850">
                  <a:moveTo>
                    <a:pt x="1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3346993" y="2634970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3346993" y="2634970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" y="5899"/>
                  </a:moveTo>
                  <a:lnTo>
                    <a:pt x="117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3035875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3035875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3346993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3346993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3658217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3658217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3658217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3658217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3658217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3658217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0" y="5899"/>
                  </a:moveTo>
                  <a:lnTo>
                    <a:pt x="589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3658217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3658217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0" y="5899"/>
                  </a:moveTo>
                  <a:lnTo>
                    <a:pt x="8849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3035875" y="2634970"/>
              <a:ext cx="933570" cy="311667"/>
            </a:xfrm>
            <a:custGeom>
              <a:rect b="b" l="l" r="r" t="t"/>
              <a:pathLst>
                <a:path extrusionOk="0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3035875" y="2634970"/>
              <a:ext cx="933570" cy="311667"/>
            </a:xfrm>
            <a:custGeom>
              <a:rect b="b" l="l" r="r" t="t"/>
              <a:pathLst>
                <a:path extrusionOk="0" fill="none" h="5900" w="8849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3346993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3346993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90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3658217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3658217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295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3969336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3969336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1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3969336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3969336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1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3969336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3969336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1" y="5899"/>
                  </a:moveTo>
                  <a:lnTo>
                    <a:pt x="590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3035875" y="2634970"/>
              <a:ext cx="1244795" cy="311667"/>
            </a:xfrm>
            <a:custGeom>
              <a:rect b="b" l="l" r="r" t="t"/>
              <a:pathLst>
                <a:path extrusionOk="0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3035875" y="2634970"/>
              <a:ext cx="1244795" cy="311667"/>
            </a:xfrm>
            <a:custGeom>
              <a:rect b="b" l="l" r="r" t="t"/>
              <a:pathLst>
                <a:path extrusionOk="0" fill="none" h="5900" w="11799">
                  <a:moveTo>
                    <a:pt x="11798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3346993" y="2634970"/>
              <a:ext cx="933675" cy="311667"/>
            </a:xfrm>
            <a:custGeom>
              <a:rect b="b" l="l" r="r" t="t"/>
              <a:pathLst>
                <a:path extrusionOk="0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3346993" y="2634970"/>
              <a:ext cx="933675" cy="311667"/>
            </a:xfrm>
            <a:custGeom>
              <a:rect b="b" l="l" r="r" t="t"/>
              <a:pathLst>
                <a:path extrusionOk="0" fill="none" h="5900" w="8850">
                  <a:moveTo>
                    <a:pt x="8849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3658217" y="2634970"/>
              <a:ext cx="622450" cy="311667"/>
            </a:xfrm>
            <a:custGeom>
              <a:rect b="b" l="l" r="r" t="t"/>
              <a:pathLst>
                <a:path extrusionOk="0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3658217" y="2634970"/>
              <a:ext cx="622450" cy="311667"/>
            </a:xfrm>
            <a:custGeom>
              <a:rect b="b" l="l" r="r" t="t"/>
              <a:pathLst>
                <a:path extrusionOk="0" fill="none" h="5900" w="5900">
                  <a:moveTo>
                    <a:pt x="5899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3969336" y="2634970"/>
              <a:ext cx="311331" cy="311667"/>
            </a:xfrm>
            <a:custGeom>
              <a:rect b="b" l="l" r="r" t="t"/>
              <a:pathLst>
                <a:path extrusionOk="0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3969336" y="2634970"/>
              <a:ext cx="311331" cy="311667"/>
            </a:xfrm>
            <a:custGeom>
              <a:rect b="b" l="l" r="r" t="t"/>
              <a:pathLst>
                <a:path extrusionOk="0" fill="none" h="5900" w="2951">
                  <a:moveTo>
                    <a:pt x="2950" y="5899"/>
                  </a:moveTo>
                  <a:lnTo>
                    <a:pt x="1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4280560" y="2634970"/>
              <a:ext cx="106" cy="311667"/>
            </a:xfrm>
            <a:custGeom>
              <a:rect b="b" l="l" r="r" t="t"/>
              <a:pathLst>
                <a:path extrusionOk="0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4280560" y="2634970"/>
              <a:ext cx="106" cy="311667"/>
            </a:xfrm>
            <a:custGeom>
              <a:rect b="b" l="l" r="r" t="t"/>
              <a:pathLst>
                <a:path extrusionOk="0" fill="none" h="5900" w="1">
                  <a:moveTo>
                    <a:pt x="0" y="5899"/>
                  </a:moveTo>
                  <a:lnTo>
                    <a:pt x="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4280560" y="2634970"/>
              <a:ext cx="311225" cy="311667"/>
            </a:xfrm>
            <a:custGeom>
              <a:rect b="b" l="l" r="r" t="t"/>
              <a:pathLst>
                <a:path extrusionOk="0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4280560" y="2634970"/>
              <a:ext cx="311225" cy="311667"/>
            </a:xfrm>
            <a:custGeom>
              <a:rect b="b" l="l" r="r" t="t"/>
              <a:pathLst>
                <a:path extrusionOk="0" fill="none" h="5900" w="2950">
                  <a:moveTo>
                    <a:pt x="0" y="5899"/>
                  </a:moveTo>
                  <a:lnTo>
                    <a:pt x="2950" y="0"/>
                  </a:lnTo>
                </a:path>
              </a:pathLst>
            </a:custGeom>
            <a:noFill/>
            <a:ln cap="flat" cmpd="sng" w="2350">
              <a:solidFill>
                <a:srgbClr val="888888"/>
              </a:solidFill>
              <a:prstDash val="solid"/>
              <a:miter lim="235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4" name="Google Shape;924;p24"/>
          <p:cNvSpPr txBox="1"/>
          <p:nvPr/>
        </p:nvSpPr>
        <p:spPr>
          <a:xfrm>
            <a:off x="5071675" y="569524"/>
            <a:ext cx="30459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Nothing You Could Do"/>
                <a:ea typeface="Nothing You Could Do"/>
                <a:cs typeface="Nothing You Could Do"/>
                <a:sym typeface="Nothing You Could Do"/>
              </a:rPr>
              <a:t>784 pixels</a:t>
            </a:r>
            <a:endParaRPr sz="1800">
              <a:solidFill>
                <a:srgbClr val="CC0000"/>
              </a:solidFill>
              <a:latin typeface="Nothing You Could Do"/>
              <a:ea typeface="Nothing You Could Do"/>
              <a:cs typeface="Nothing You Could Do"/>
              <a:sym typeface="Nothing You Could Do"/>
            </a:endParaRPr>
          </a:p>
        </p:txBody>
      </p:sp>
      <p:sp>
        <p:nvSpPr>
          <p:cNvPr id="925" name="Google Shape;925;p24"/>
          <p:cNvSpPr/>
          <p:nvPr/>
        </p:nvSpPr>
        <p:spPr>
          <a:xfrm flipH="1" rot="6136422">
            <a:off x="7715024" y="202290"/>
            <a:ext cx="132107" cy="1190919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26" name="Google Shape;926;p24"/>
          <p:cNvSpPr/>
          <p:nvPr/>
        </p:nvSpPr>
        <p:spPr>
          <a:xfrm flipH="1" rot="5630324">
            <a:off x="5358606" y="237451"/>
            <a:ext cx="194552" cy="1103086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27" name="Google Shape;927;p24"/>
          <p:cNvSpPr txBox="1"/>
          <p:nvPr/>
        </p:nvSpPr>
        <p:spPr>
          <a:xfrm>
            <a:off x="451100" y="4200825"/>
            <a:ext cx="3583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F9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Linear Model</a:t>
            </a:r>
            <a:endParaRPr sz="1600" u="sng">
              <a:solidFill>
                <a:srgbClr val="BF9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24"/>
          <p:cNvSpPr txBox="1"/>
          <p:nvPr/>
        </p:nvSpPr>
        <p:spPr>
          <a:xfrm>
            <a:off x="4794500" y="4200825"/>
            <a:ext cx="3583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F9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Deep Neural Network</a:t>
            </a:r>
            <a:endParaRPr sz="1600" u="sng">
              <a:solidFill>
                <a:srgbClr val="BF9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25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5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5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5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5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8" name="Google Shape;938;p25"/>
          <p:cNvCxnSpPr>
            <a:stCxn id="933" idx="6"/>
            <a:endCxn id="934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25"/>
          <p:cNvCxnSpPr>
            <a:stCxn id="937" idx="6"/>
            <a:endCxn id="934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25"/>
          <p:cNvCxnSpPr>
            <a:stCxn id="933" idx="6"/>
            <a:endCxn id="935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25"/>
          <p:cNvCxnSpPr>
            <a:stCxn id="937" idx="6"/>
            <a:endCxn id="935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25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3" name="Google Shape;943;p25"/>
          <p:cNvCxnSpPr>
            <a:stCxn id="934" idx="6"/>
            <a:endCxn id="942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25"/>
          <p:cNvCxnSpPr>
            <a:stCxn id="936" idx="6"/>
            <a:endCxn id="942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5" name="Google Shape;945;p25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5"/>
          <p:cNvSpPr txBox="1"/>
          <p:nvPr/>
        </p:nvSpPr>
        <p:spPr>
          <a:xfrm>
            <a:off x="4150911" y="621225"/>
            <a:ext cx="92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5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5"/>
          <p:cNvSpPr txBox="1"/>
          <p:nvPr/>
        </p:nvSpPr>
        <p:spPr>
          <a:xfrm>
            <a:off x="451100" y="4200825"/>
            <a:ext cx="8520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highlight>
                  <a:srgbClr val="FFFFFF"/>
                </a:highlight>
                <a:latin typeface="Architects Daughter"/>
                <a:ea typeface="Architects Daughter"/>
                <a:cs typeface="Architects Daughter"/>
                <a:sym typeface="Architects Daughter"/>
              </a:rPr>
              <a:t>Number of weights</a:t>
            </a:r>
            <a:endParaRPr sz="1600" u="sng">
              <a:solidFill>
                <a:srgbClr val="FF0000"/>
              </a:solidFill>
              <a:highlight>
                <a:srgbClr val="FFFFFF"/>
              </a:highlight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cxnSp>
        <p:nvCxnSpPr>
          <p:cNvPr id="949" name="Google Shape;949;p25"/>
          <p:cNvCxnSpPr>
            <a:stCxn id="937" idx="6"/>
            <a:endCxn id="936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0" name="Google Shape;950;p25"/>
          <p:cNvCxnSpPr>
            <a:stCxn id="933" idx="6"/>
            <a:endCxn id="936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25"/>
          <p:cNvCxnSpPr>
            <a:stCxn id="935" idx="6"/>
            <a:endCxn id="942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6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6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6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6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6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1" name="Google Shape;961;p26"/>
          <p:cNvCxnSpPr>
            <a:stCxn id="956" idx="6"/>
            <a:endCxn id="957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2" name="Google Shape;962;p26"/>
          <p:cNvCxnSpPr>
            <a:stCxn id="960" idx="6"/>
            <a:endCxn id="957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26"/>
          <p:cNvCxnSpPr>
            <a:stCxn id="956" idx="6"/>
            <a:endCxn id="958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4" name="Google Shape;964;p26"/>
          <p:cNvCxnSpPr>
            <a:stCxn id="960" idx="6"/>
            <a:endCxn id="958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26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6" name="Google Shape;966;p26"/>
          <p:cNvCxnSpPr>
            <a:stCxn id="957" idx="6"/>
            <a:endCxn id="965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26"/>
          <p:cNvCxnSpPr>
            <a:stCxn id="959" idx="6"/>
            <a:endCxn id="965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26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6"/>
          <p:cNvSpPr txBox="1"/>
          <p:nvPr/>
        </p:nvSpPr>
        <p:spPr>
          <a:xfrm>
            <a:off x="4150911" y="621225"/>
            <a:ext cx="92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6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26"/>
          <p:cNvCxnSpPr>
            <a:stCxn id="960" idx="6"/>
            <a:endCxn id="959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26"/>
          <p:cNvCxnSpPr>
            <a:stCxn id="956" idx="6"/>
            <a:endCxn id="959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26"/>
          <p:cNvCxnSpPr>
            <a:stCxn id="958" idx="6"/>
            <a:endCxn id="965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26"/>
          <p:cNvSpPr txBox="1"/>
          <p:nvPr/>
        </p:nvSpPr>
        <p:spPr>
          <a:xfrm>
            <a:off x="4094700" y="4058350"/>
            <a:ext cx="928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2 * 3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 txBox="1"/>
          <p:nvPr/>
        </p:nvSpPr>
        <p:spPr>
          <a:xfrm>
            <a:off x="6990300" y="2991550"/>
            <a:ext cx="928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2 * 1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7"/>
          <p:cNvSpPr txBox="1"/>
          <p:nvPr/>
        </p:nvSpPr>
        <p:spPr>
          <a:xfrm>
            <a:off x="1351200" y="4027650"/>
            <a:ext cx="6441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Math of Neural Networks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81" name="Google Shape;9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325" y="972700"/>
            <a:ext cx="5335350" cy="272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8"/>
          <p:cNvSpPr txBox="1"/>
          <p:nvPr/>
        </p:nvSpPr>
        <p:spPr>
          <a:xfrm>
            <a:off x="914875" y="31342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Let’s understand how Model will use input features (x</a:t>
            </a:r>
            <a:r>
              <a:rPr baseline="-25000"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, x</a:t>
            </a:r>
            <a:r>
              <a:rPr baseline="-25000"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) and learn to predict y</a:t>
            </a:r>
            <a:r>
              <a:rPr lang="en" sz="2400">
                <a:solidFill>
                  <a:srgbClr val="9999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87" name="Google Shape;987;p28"/>
          <p:cNvGraphicFramePr/>
          <p:nvPr/>
        </p:nvGraphicFramePr>
        <p:xfrm>
          <a:off x="2222800" y="203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1608975"/>
                <a:gridCol w="1608975"/>
                <a:gridCol w="1608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r>
                        <a:rPr b="1" baseline="-25000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1" baseline="-25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r>
                        <a:rPr b="1" baseline="-25000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1" baseline="-25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y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88" name="Google Shape;988;p28"/>
          <p:cNvSpPr txBox="1"/>
          <p:nvPr/>
        </p:nvSpPr>
        <p:spPr>
          <a:xfrm>
            <a:off x="686275" y="10768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Requirement Data</a:t>
            </a:r>
            <a:r>
              <a:rPr lang="en" sz="2400">
                <a:solidFill>
                  <a:srgbClr val="9999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9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9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9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9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9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8" name="Google Shape;998;p29"/>
          <p:cNvCxnSpPr>
            <a:stCxn id="993" idx="6"/>
            <a:endCxn id="994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29"/>
          <p:cNvCxnSpPr>
            <a:stCxn id="997" idx="6"/>
            <a:endCxn id="994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29"/>
          <p:cNvCxnSpPr>
            <a:stCxn id="993" idx="6"/>
            <a:endCxn id="995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29"/>
          <p:cNvCxnSpPr>
            <a:stCxn id="997" idx="6"/>
            <a:endCxn id="995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29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3" name="Google Shape;1003;p29"/>
          <p:cNvCxnSpPr>
            <a:stCxn id="994" idx="6"/>
            <a:endCxn id="1002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29"/>
          <p:cNvCxnSpPr>
            <a:stCxn id="996" idx="6"/>
            <a:endCxn id="1002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5" name="Google Shape;1005;p29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9"/>
          <p:cNvSpPr txBox="1"/>
          <p:nvPr/>
        </p:nvSpPr>
        <p:spPr>
          <a:xfrm>
            <a:off x="4150911" y="621225"/>
            <a:ext cx="92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9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29"/>
          <p:cNvCxnSpPr>
            <a:stCxn id="997" idx="6"/>
            <a:endCxn id="996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29"/>
          <p:cNvCxnSpPr>
            <a:stCxn id="993" idx="6"/>
            <a:endCxn id="996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29"/>
          <p:cNvCxnSpPr>
            <a:stCxn id="995" idx="6"/>
            <a:endCxn id="1002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11" name="Google Shape;1011;p29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12" name="Google Shape;1012;p29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Using a simple neural network with 1 hidden layer</a:t>
            </a:r>
            <a:endParaRPr>
              <a:solidFill>
                <a:srgbClr val="FF0000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0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0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2" name="Google Shape;1022;p30"/>
          <p:cNvCxnSpPr>
            <a:stCxn id="1017" idx="6"/>
            <a:endCxn id="1018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30"/>
          <p:cNvCxnSpPr>
            <a:stCxn id="1021" idx="6"/>
            <a:endCxn id="1018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30"/>
          <p:cNvCxnSpPr>
            <a:stCxn id="1017" idx="6"/>
            <a:endCxn id="1019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30"/>
          <p:cNvCxnSpPr>
            <a:stCxn id="1021" idx="6"/>
            <a:endCxn id="1019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30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7" name="Google Shape;1027;p30"/>
          <p:cNvCxnSpPr>
            <a:stCxn id="1018" idx="6"/>
            <a:endCxn id="1026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30"/>
          <p:cNvCxnSpPr>
            <a:stCxn id="1020" idx="6"/>
            <a:endCxn id="1026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30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0"/>
          <p:cNvSpPr txBox="1"/>
          <p:nvPr/>
        </p:nvSpPr>
        <p:spPr>
          <a:xfrm>
            <a:off x="4150911" y="621225"/>
            <a:ext cx="92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30"/>
          <p:cNvCxnSpPr>
            <a:stCxn id="1021" idx="6"/>
            <a:endCxn id="1020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3" name="Google Shape;1033;p30"/>
          <p:cNvCxnSpPr>
            <a:stCxn id="1017" idx="6"/>
            <a:endCxn id="1020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30"/>
          <p:cNvCxnSpPr>
            <a:stCxn id="1019" idx="6"/>
            <a:endCxn id="1026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35" name="Google Shape;1035;p30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36" name="Google Shape;1036;p30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0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0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Let’s calculate output for 1st Neuron in hidden layer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1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1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1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1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1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8" name="Google Shape;1048;p31"/>
          <p:cNvCxnSpPr>
            <a:stCxn id="1043" idx="6"/>
            <a:endCxn id="1044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31"/>
          <p:cNvCxnSpPr>
            <a:stCxn id="1047" idx="6"/>
            <a:endCxn id="1044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31"/>
          <p:cNvCxnSpPr>
            <a:stCxn id="1043" idx="6"/>
            <a:endCxn id="1045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31"/>
          <p:cNvCxnSpPr>
            <a:stCxn id="1047" idx="6"/>
            <a:endCxn id="1045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2" name="Google Shape;1052;p31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3" name="Google Shape;1053;p31"/>
          <p:cNvCxnSpPr>
            <a:stCxn id="1044" idx="6"/>
            <a:endCxn id="1052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31"/>
          <p:cNvCxnSpPr>
            <a:stCxn id="1046" idx="6"/>
            <a:endCxn id="1052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5" name="Google Shape;1055;p31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1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7" name="Google Shape;1057;p31"/>
          <p:cNvCxnSpPr>
            <a:stCxn id="1047" idx="6"/>
            <a:endCxn id="1046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8" name="Google Shape;1058;p31"/>
          <p:cNvCxnSpPr>
            <a:stCxn id="1043" idx="6"/>
            <a:endCxn id="1046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31"/>
          <p:cNvCxnSpPr>
            <a:stCxn id="1045" idx="6"/>
            <a:endCxn id="1052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60" name="Google Shape;1060;p31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61" name="Google Shape;1061;p31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1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1"/>
          <p:cNvSpPr txBox="1"/>
          <p:nvPr/>
        </p:nvSpPr>
        <p:spPr>
          <a:xfrm>
            <a:off x="4172475" y="535700"/>
            <a:ext cx="7761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xW + b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2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2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2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2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2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3" name="Google Shape;1073;p32"/>
          <p:cNvCxnSpPr>
            <a:stCxn id="1068" idx="6"/>
            <a:endCxn id="1069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4" name="Google Shape;1074;p32"/>
          <p:cNvCxnSpPr>
            <a:stCxn id="1072" idx="6"/>
            <a:endCxn id="1069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5" name="Google Shape;1075;p32"/>
          <p:cNvCxnSpPr>
            <a:stCxn id="1068" idx="6"/>
            <a:endCxn id="1070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32"/>
          <p:cNvCxnSpPr>
            <a:stCxn id="1072" idx="6"/>
            <a:endCxn id="1070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7" name="Google Shape;1077;p32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8" name="Google Shape;1078;p32"/>
          <p:cNvCxnSpPr>
            <a:stCxn id="1069" idx="6"/>
            <a:endCxn id="1077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32"/>
          <p:cNvCxnSpPr>
            <a:stCxn id="1071" idx="6"/>
            <a:endCxn id="1077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0" name="Google Shape;1080;p32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2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2" name="Google Shape;1082;p32"/>
          <p:cNvCxnSpPr>
            <a:stCxn id="1072" idx="6"/>
            <a:endCxn id="1071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32"/>
          <p:cNvCxnSpPr>
            <a:stCxn id="1068" idx="6"/>
            <a:endCxn id="1071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4" name="Google Shape;1084;p32"/>
          <p:cNvCxnSpPr>
            <a:stCxn id="1070" idx="6"/>
            <a:endCxn id="1077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085" name="Google Shape;1085;p32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86" name="Google Shape;1086;p32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2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2"/>
          <p:cNvSpPr txBox="1"/>
          <p:nvPr/>
        </p:nvSpPr>
        <p:spPr>
          <a:xfrm>
            <a:off x="3881150" y="535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 1 * 0.5 + 2 * 0.3  + 1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2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Initializing each weight with random numbers and bias with 1 (can be any number)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3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3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/>
          </a:p>
        </p:txBody>
      </p:sp>
      <p:sp>
        <p:nvSpPr>
          <p:cNvPr id="1096" name="Google Shape;1096;p33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3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3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9" name="Google Shape;1099;p33"/>
          <p:cNvCxnSpPr>
            <a:stCxn id="1094" idx="6"/>
            <a:endCxn id="1095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33"/>
          <p:cNvCxnSpPr>
            <a:stCxn id="1098" idx="6"/>
            <a:endCxn id="1095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33"/>
          <p:cNvCxnSpPr>
            <a:stCxn id="1094" idx="6"/>
            <a:endCxn id="1096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33"/>
          <p:cNvCxnSpPr>
            <a:stCxn id="1098" idx="6"/>
            <a:endCxn id="1096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33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4" name="Google Shape;1104;p33"/>
          <p:cNvCxnSpPr>
            <a:stCxn id="1095" idx="6"/>
            <a:endCxn id="1103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33"/>
          <p:cNvCxnSpPr>
            <a:stCxn id="1097" idx="6"/>
            <a:endCxn id="1103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6" name="Google Shape;1106;p33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3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p33"/>
          <p:cNvCxnSpPr>
            <a:stCxn id="1098" idx="6"/>
            <a:endCxn id="1097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33"/>
          <p:cNvCxnSpPr>
            <a:stCxn id="1094" idx="6"/>
            <a:endCxn id="1097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33"/>
          <p:cNvCxnSpPr>
            <a:stCxn id="1096" idx="6"/>
            <a:endCxn id="1103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11" name="Google Shape;1111;p33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12" name="Google Shape;1112;p33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3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3"/>
          <p:cNvSpPr txBox="1"/>
          <p:nvPr/>
        </p:nvSpPr>
        <p:spPr>
          <a:xfrm>
            <a:off x="3881150" y="535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4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4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/>
          </a:p>
        </p:txBody>
      </p:sp>
      <p:sp>
        <p:nvSpPr>
          <p:cNvPr id="1121" name="Google Shape;1121;p34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4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4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4" name="Google Shape;1124;p34"/>
          <p:cNvCxnSpPr>
            <a:stCxn id="1119" idx="6"/>
            <a:endCxn id="1120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34"/>
          <p:cNvCxnSpPr>
            <a:stCxn id="1123" idx="6"/>
            <a:endCxn id="1120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34"/>
          <p:cNvCxnSpPr>
            <a:stCxn id="1119" idx="6"/>
            <a:endCxn id="1121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34"/>
          <p:cNvCxnSpPr>
            <a:stCxn id="1123" idx="6"/>
            <a:endCxn id="1121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8" name="Google Shape;1128;p34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9" name="Google Shape;1129;p34"/>
          <p:cNvCxnSpPr>
            <a:stCxn id="1120" idx="6"/>
            <a:endCxn id="1128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34"/>
          <p:cNvCxnSpPr>
            <a:stCxn id="1122" idx="6"/>
            <a:endCxn id="1128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1" name="Google Shape;1131;p34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4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3" name="Google Shape;1133;p34"/>
          <p:cNvCxnSpPr>
            <a:stCxn id="1123" idx="6"/>
            <a:endCxn id="1122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34"/>
          <p:cNvCxnSpPr>
            <a:stCxn id="1119" idx="6"/>
            <a:endCxn id="1122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5" name="Google Shape;1135;p34"/>
          <p:cNvCxnSpPr>
            <a:stCxn id="1121" idx="6"/>
            <a:endCxn id="1128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36" name="Google Shape;1136;p34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37" name="Google Shape;1137;p34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4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4"/>
          <p:cNvSpPr txBox="1"/>
          <p:nvPr/>
        </p:nvSpPr>
        <p:spPr>
          <a:xfrm>
            <a:off x="3881150" y="535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4"/>
          <p:cNvSpPr txBox="1"/>
          <p:nvPr/>
        </p:nvSpPr>
        <p:spPr>
          <a:xfrm>
            <a:off x="48717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sigmoid(h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4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Apply activation (sigmoid) to Neuron’s output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5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5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/>
          </a:p>
        </p:txBody>
      </p:sp>
      <p:sp>
        <p:nvSpPr>
          <p:cNvPr id="1148" name="Google Shape;1148;p35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5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5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1" name="Google Shape;1151;p35"/>
          <p:cNvCxnSpPr>
            <a:stCxn id="1146" idx="6"/>
            <a:endCxn id="1147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2" name="Google Shape;1152;p35"/>
          <p:cNvCxnSpPr>
            <a:stCxn id="1150" idx="6"/>
            <a:endCxn id="1147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3" name="Google Shape;1153;p35"/>
          <p:cNvCxnSpPr>
            <a:stCxn id="1146" idx="6"/>
            <a:endCxn id="1148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35"/>
          <p:cNvCxnSpPr>
            <a:stCxn id="1150" idx="6"/>
            <a:endCxn id="1148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5" name="Google Shape;1155;p35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6" name="Google Shape;1156;p35"/>
          <p:cNvCxnSpPr>
            <a:stCxn id="1147" idx="6"/>
            <a:endCxn id="1155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35"/>
          <p:cNvCxnSpPr>
            <a:stCxn id="1149" idx="6"/>
            <a:endCxn id="1155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8" name="Google Shape;1158;p35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5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0" name="Google Shape;1160;p35"/>
          <p:cNvCxnSpPr>
            <a:stCxn id="1150" idx="6"/>
            <a:endCxn id="1149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1" name="Google Shape;1161;p35"/>
          <p:cNvCxnSpPr>
            <a:stCxn id="1146" idx="6"/>
            <a:endCxn id="1149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35"/>
          <p:cNvCxnSpPr>
            <a:stCxn id="1148" idx="6"/>
            <a:endCxn id="1155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63" name="Google Shape;1163;p35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64" name="Google Shape;1164;p35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5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5"/>
          <p:cNvSpPr txBox="1"/>
          <p:nvPr/>
        </p:nvSpPr>
        <p:spPr>
          <a:xfrm>
            <a:off x="3881150" y="535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5"/>
          <p:cNvSpPr txBox="1"/>
          <p:nvPr/>
        </p:nvSpPr>
        <p:spPr>
          <a:xfrm>
            <a:off x="49479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6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6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174" name="Google Shape;1174;p36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5" name="Google Shape;1175;p36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6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7" name="Google Shape;1177;p36"/>
          <p:cNvCxnSpPr>
            <a:stCxn id="1172" idx="6"/>
            <a:endCxn id="1173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36"/>
          <p:cNvCxnSpPr>
            <a:stCxn id="1176" idx="6"/>
            <a:endCxn id="1173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36"/>
          <p:cNvCxnSpPr>
            <a:stCxn id="1172" idx="6"/>
            <a:endCxn id="1174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36"/>
          <p:cNvCxnSpPr>
            <a:stCxn id="1176" idx="6"/>
            <a:endCxn id="1174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1" name="Google Shape;1181;p36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2" name="Google Shape;1182;p36"/>
          <p:cNvCxnSpPr>
            <a:stCxn id="1173" idx="6"/>
            <a:endCxn id="1181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3" name="Google Shape;1183;p36"/>
          <p:cNvCxnSpPr>
            <a:stCxn id="1175" idx="6"/>
            <a:endCxn id="1181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4" name="Google Shape;1184;p36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6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6" name="Google Shape;1186;p36"/>
          <p:cNvCxnSpPr>
            <a:stCxn id="1176" idx="6"/>
            <a:endCxn id="1175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36"/>
          <p:cNvCxnSpPr>
            <a:stCxn id="1172" idx="6"/>
            <a:endCxn id="1175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36"/>
          <p:cNvCxnSpPr>
            <a:stCxn id="1174" idx="6"/>
            <a:endCxn id="1181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89" name="Google Shape;1189;p36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90" name="Google Shape;1190;p36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6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6"/>
          <p:cNvSpPr txBox="1"/>
          <p:nvPr/>
        </p:nvSpPr>
        <p:spPr>
          <a:xfrm>
            <a:off x="38811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6"/>
          <p:cNvSpPr txBox="1"/>
          <p:nvPr/>
        </p:nvSpPr>
        <p:spPr>
          <a:xfrm>
            <a:off x="49479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6"/>
          <p:cNvSpPr txBox="1"/>
          <p:nvPr/>
        </p:nvSpPr>
        <p:spPr>
          <a:xfrm>
            <a:off x="38811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>
            <a:off x="35734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6"/>
          <p:cNvSpPr txBox="1"/>
          <p:nvPr/>
        </p:nvSpPr>
        <p:spPr>
          <a:xfrm>
            <a:off x="37258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6"/>
          <p:cNvSpPr txBox="1"/>
          <p:nvPr/>
        </p:nvSpPr>
        <p:spPr>
          <a:xfrm>
            <a:off x="47955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6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Repeat calculations for 2nd neuron...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37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7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05" name="Google Shape;1205;p37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06" name="Google Shape;1206;p37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7" name="Google Shape;1207;p37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8" name="Google Shape;1208;p37"/>
          <p:cNvCxnSpPr>
            <a:stCxn id="1203" idx="6"/>
            <a:endCxn id="1204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37"/>
          <p:cNvCxnSpPr>
            <a:stCxn id="1207" idx="6"/>
            <a:endCxn id="1204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37"/>
          <p:cNvCxnSpPr>
            <a:stCxn id="1203" idx="6"/>
            <a:endCxn id="1205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37"/>
          <p:cNvCxnSpPr>
            <a:stCxn id="1207" idx="6"/>
            <a:endCxn id="1205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37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3" name="Google Shape;1213;p37"/>
          <p:cNvCxnSpPr>
            <a:stCxn id="1204" idx="6"/>
            <a:endCxn id="1212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37"/>
          <p:cNvCxnSpPr>
            <a:stCxn id="1206" idx="6"/>
            <a:endCxn id="1212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5" name="Google Shape;1215;p37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7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7" name="Google Shape;1217;p37"/>
          <p:cNvCxnSpPr>
            <a:stCxn id="1207" idx="6"/>
            <a:endCxn id="1206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37"/>
          <p:cNvCxnSpPr>
            <a:stCxn id="1203" idx="6"/>
            <a:endCxn id="1206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37"/>
          <p:cNvCxnSpPr>
            <a:stCxn id="1205" idx="6"/>
            <a:endCxn id="1212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220" name="Google Shape;1220;p37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21" name="Google Shape;1221;p37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7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7"/>
          <p:cNvSpPr txBox="1"/>
          <p:nvPr/>
        </p:nvSpPr>
        <p:spPr>
          <a:xfrm>
            <a:off x="38811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7"/>
          <p:cNvSpPr txBox="1"/>
          <p:nvPr/>
        </p:nvSpPr>
        <p:spPr>
          <a:xfrm>
            <a:off x="49479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7"/>
          <p:cNvSpPr txBox="1"/>
          <p:nvPr/>
        </p:nvSpPr>
        <p:spPr>
          <a:xfrm>
            <a:off x="38811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7"/>
          <p:cNvSpPr txBox="1"/>
          <p:nvPr/>
        </p:nvSpPr>
        <p:spPr>
          <a:xfrm>
            <a:off x="35734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7"/>
          <p:cNvSpPr txBox="1"/>
          <p:nvPr/>
        </p:nvSpPr>
        <p:spPr>
          <a:xfrm>
            <a:off x="37258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7"/>
          <p:cNvSpPr txBox="1"/>
          <p:nvPr/>
        </p:nvSpPr>
        <p:spPr>
          <a:xfrm>
            <a:off x="47955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7"/>
          <p:cNvSpPr txBox="1"/>
          <p:nvPr/>
        </p:nvSpPr>
        <p:spPr>
          <a:xfrm rot="2152954">
            <a:off x="32685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7"/>
          <p:cNvSpPr txBox="1"/>
          <p:nvPr/>
        </p:nvSpPr>
        <p:spPr>
          <a:xfrm>
            <a:off x="34972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7"/>
          <p:cNvSpPr txBox="1"/>
          <p:nvPr/>
        </p:nvSpPr>
        <p:spPr>
          <a:xfrm>
            <a:off x="47955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7"/>
          <p:cNvSpPr txBox="1"/>
          <p:nvPr/>
        </p:nvSpPr>
        <p:spPr>
          <a:xfrm>
            <a:off x="38811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7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...and 3rd Neuron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8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8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40" name="Google Shape;1240;p38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41" name="Google Shape;1241;p38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42" name="Google Shape;1242;p38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3" name="Google Shape;1243;p38"/>
          <p:cNvCxnSpPr>
            <a:stCxn id="1238" idx="6"/>
            <a:endCxn id="1239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38"/>
          <p:cNvCxnSpPr>
            <a:stCxn id="1242" idx="6"/>
            <a:endCxn id="1239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38"/>
          <p:cNvCxnSpPr>
            <a:stCxn id="1238" idx="6"/>
            <a:endCxn id="1240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38"/>
          <p:cNvCxnSpPr>
            <a:stCxn id="1242" idx="6"/>
            <a:endCxn id="1240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7" name="Google Shape;1247;p38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8" name="Google Shape;1248;p38"/>
          <p:cNvCxnSpPr>
            <a:stCxn id="1239" idx="6"/>
            <a:endCxn id="1247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38"/>
          <p:cNvCxnSpPr>
            <a:stCxn id="1241" idx="6"/>
            <a:endCxn id="1247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0" name="Google Shape;1250;p38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1" name="Google Shape;1251;p38"/>
          <p:cNvCxnSpPr>
            <a:stCxn id="1242" idx="6"/>
            <a:endCxn id="1241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38"/>
          <p:cNvCxnSpPr>
            <a:stCxn id="1238" idx="6"/>
            <a:endCxn id="1241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38"/>
          <p:cNvCxnSpPr>
            <a:stCxn id="1240" idx="6"/>
            <a:endCxn id="1247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254" name="Google Shape;1254;p38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55" name="Google Shape;1255;p38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8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8"/>
          <p:cNvSpPr txBox="1"/>
          <p:nvPr/>
        </p:nvSpPr>
        <p:spPr>
          <a:xfrm>
            <a:off x="38811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8"/>
          <p:cNvSpPr txBox="1"/>
          <p:nvPr/>
        </p:nvSpPr>
        <p:spPr>
          <a:xfrm>
            <a:off x="49479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8"/>
          <p:cNvSpPr txBox="1"/>
          <p:nvPr/>
        </p:nvSpPr>
        <p:spPr>
          <a:xfrm>
            <a:off x="38811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8"/>
          <p:cNvSpPr txBox="1"/>
          <p:nvPr/>
        </p:nvSpPr>
        <p:spPr>
          <a:xfrm>
            <a:off x="35734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8"/>
          <p:cNvSpPr txBox="1"/>
          <p:nvPr/>
        </p:nvSpPr>
        <p:spPr>
          <a:xfrm>
            <a:off x="37258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8"/>
          <p:cNvSpPr txBox="1"/>
          <p:nvPr/>
        </p:nvSpPr>
        <p:spPr>
          <a:xfrm>
            <a:off x="47955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8"/>
          <p:cNvSpPr txBox="1"/>
          <p:nvPr/>
        </p:nvSpPr>
        <p:spPr>
          <a:xfrm rot="2152954">
            <a:off x="32685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8"/>
          <p:cNvSpPr txBox="1"/>
          <p:nvPr/>
        </p:nvSpPr>
        <p:spPr>
          <a:xfrm>
            <a:off x="34972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8"/>
          <p:cNvSpPr txBox="1"/>
          <p:nvPr/>
        </p:nvSpPr>
        <p:spPr>
          <a:xfrm>
            <a:off x="47955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8"/>
          <p:cNvSpPr txBox="1"/>
          <p:nvPr/>
        </p:nvSpPr>
        <p:spPr>
          <a:xfrm>
            <a:off x="38811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8"/>
          <p:cNvSpPr txBox="1"/>
          <p:nvPr/>
        </p:nvSpPr>
        <p:spPr>
          <a:xfrm rot="1814561">
            <a:off x="61826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8"/>
          <p:cNvSpPr txBox="1"/>
          <p:nvPr/>
        </p:nvSpPr>
        <p:spPr>
          <a:xfrm>
            <a:off x="59355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8"/>
          <p:cNvSpPr txBox="1"/>
          <p:nvPr/>
        </p:nvSpPr>
        <p:spPr>
          <a:xfrm rot="-1706612">
            <a:off x="59540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8"/>
          <p:cNvSpPr txBox="1"/>
          <p:nvPr/>
        </p:nvSpPr>
        <p:spPr>
          <a:xfrm>
            <a:off x="6504875" y="1485050"/>
            <a:ext cx="25230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=  0.89* -0.23 + 0.875 * 0.83  +  0.741 * -0.56 + 1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8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Initialize weights and bias for output layer and calculate output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9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9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78" name="Google Shape;1278;p39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79" name="Google Shape;1279;p39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80" name="Google Shape;1280;p39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1" name="Google Shape;1281;p39"/>
          <p:cNvCxnSpPr>
            <a:stCxn id="1276" idx="6"/>
            <a:endCxn id="1277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39"/>
          <p:cNvCxnSpPr>
            <a:stCxn id="1280" idx="6"/>
            <a:endCxn id="1277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39"/>
          <p:cNvCxnSpPr>
            <a:stCxn id="1276" idx="6"/>
            <a:endCxn id="1278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4" name="Google Shape;1284;p39"/>
          <p:cNvCxnSpPr>
            <a:stCxn id="1280" idx="6"/>
            <a:endCxn id="1278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5" name="Google Shape;1285;p39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/>
          </a:p>
        </p:txBody>
      </p:sp>
      <p:cxnSp>
        <p:nvCxnSpPr>
          <p:cNvPr id="1286" name="Google Shape;1286;p39"/>
          <p:cNvCxnSpPr>
            <a:stCxn id="1277" idx="6"/>
            <a:endCxn id="1285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7" name="Google Shape;1287;p39"/>
          <p:cNvCxnSpPr>
            <a:stCxn id="1279" idx="6"/>
            <a:endCxn id="1285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39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9" name="Google Shape;1289;p39"/>
          <p:cNvCxnSpPr>
            <a:stCxn id="1280" idx="6"/>
            <a:endCxn id="1279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39"/>
          <p:cNvCxnSpPr>
            <a:stCxn id="1276" idx="6"/>
            <a:endCxn id="1279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39"/>
          <p:cNvCxnSpPr>
            <a:stCxn id="1278" idx="6"/>
            <a:endCxn id="1285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292" name="Google Shape;1292;p39"/>
          <p:cNvGraphicFramePr/>
          <p:nvPr/>
        </p:nvGraphicFramePr>
        <p:xfrm>
          <a:off x="10529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93" name="Google Shape;1293;p39"/>
          <p:cNvSpPr txBox="1"/>
          <p:nvPr/>
        </p:nvSpPr>
        <p:spPr>
          <a:xfrm>
            <a:off x="31924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9"/>
          <p:cNvSpPr txBox="1"/>
          <p:nvPr/>
        </p:nvSpPr>
        <p:spPr>
          <a:xfrm>
            <a:off x="37258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9"/>
          <p:cNvSpPr txBox="1"/>
          <p:nvPr/>
        </p:nvSpPr>
        <p:spPr>
          <a:xfrm>
            <a:off x="38811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39"/>
          <p:cNvSpPr txBox="1"/>
          <p:nvPr/>
        </p:nvSpPr>
        <p:spPr>
          <a:xfrm>
            <a:off x="49479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9"/>
          <p:cNvSpPr txBox="1"/>
          <p:nvPr/>
        </p:nvSpPr>
        <p:spPr>
          <a:xfrm>
            <a:off x="38811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9"/>
          <p:cNvSpPr txBox="1"/>
          <p:nvPr/>
        </p:nvSpPr>
        <p:spPr>
          <a:xfrm>
            <a:off x="35734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9"/>
          <p:cNvSpPr txBox="1"/>
          <p:nvPr/>
        </p:nvSpPr>
        <p:spPr>
          <a:xfrm>
            <a:off x="37258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9"/>
          <p:cNvSpPr txBox="1"/>
          <p:nvPr/>
        </p:nvSpPr>
        <p:spPr>
          <a:xfrm>
            <a:off x="47955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9"/>
          <p:cNvSpPr txBox="1"/>
          <p:nvPr/>
        </p:nvSpPr>
        <p:spPr>
          <a:xfrm rot="2152954">
            <a:off x="32685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9"/>
          <p:cNvSpPr txBox="1"/>
          <p:nvPr/>
        </p:nvSpPr>
        <p:spPr>
          <a:xfrm>
            <a:off x="34972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9"/>
          <p:cNvSpPr txBox="1"/>
          <p:nvPr/>
        </p:nvSpPr>
        <p:spPr>
          <a:xfrm>
            <a:off x="47955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9"/>
          <p:cNvSpPr txBox="1"/>
          <p:nvPr/>
        </p:nvSpPr>
        <p:spPr>
          <a:xfrm>
            <a:off x="38811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9"/>
          <p:cNvSpPr txBox="1"/>
          <p:nvPr/>
        </p:nvSpPr>
        <p:spPr>
          <a:xfrm rot="1814561">
            <a:off x="61826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9"/>
          <p:cNvSpPr txBox="1"/>
          <p:nvPr/>
        </p:nvSpPr>
        <p:spPr>
          <a:xfrm>
            <a:off x="59355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9"/>
          <p:cNvSpPr txBox="1"/>
          <p:nvPr/>
        </p:nvSpPr>
        <p:spPr>
          <a:xfrm rot="-1706612">
            <a:off x="59540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9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9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What’s next?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40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0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16" name="Google Shape;1316;p40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17" name="Google Shape;1317;p40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18" name="Google Shape;1318;p40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9" name="Google Shape;1319;p40"/>
          <p:cNvCxnSpPr>
            <a:stCxn id="1314" idx="6"/>
            <a:endCxn id="1315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0" name="Google Shape;1320;p40"/>
          <p:cNvCxnSpPr>
            <a:stCxn id="1318" idx="6"/>
            <a:endCxn id="1315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1" name="Google Shape;1321;p40"/>
          <p:cNvCxnSpPr>
            <a:stCxn id="1314" idx="6"/>
            <a:endCxn id="1316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2" name="Google Shape;1322;p40"/>
          <p:cNvCxnSpPr>
            <a:stCxn id="1318" idx="6"/>
            <a:endCxn id="1316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3" name="Google Shape;1323;p40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324" name="Google Shape;1324;p40"/>
          <p:cNvCxnSpPr>
            <a:stCxn id="1315" idx="6"/>
            <a:endCxn id="1323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5" name="Google Shape;1325;p40"/>
          <p:cNvCxnSpPr>
            <a:stCxn id="1317" idx="6"/>
            <a:endCxn id="1323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6" name="Google Shape;1326;p40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40"/>
          <p:cNvCxnSpPr>
            <a:stCxn id="1318" idx="6"/>
            <a:endCxn id="1317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8" name="Google Shape;1328;p40"/>
          <p:cNvCxnSpPr>
            <a:stCxn id="1314" idx="6"/>
            <a:endCxn id="1317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40"/>
          <p:cNvCxnSpPr>
            <a:stCxn id="1316" idx="6"/>
            <a:endCxn id="1323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30" name="Google Shape;1330;p40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31" name="Google Shape;1331;p40"/>
          <p:cNvSpPr txBox="1"/>
          <p:nvPr/>
        </p:nvSpPr>
        <p:spPr>
          <a:xfrm>
            <a:off x="25828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0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0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0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0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0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40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0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40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40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40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40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0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40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40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0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0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(Prediction - Actual)</a:t>
            </a:r>
            <a:r>
              <a:rPr baseline="30000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40"/>
          <p:cNvCxnSpPr>
            <a:stCxn id="1323" idx="6"/>
            <a:endCxn id="1347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9" name="Google Shape;1349;p40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0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Calculate Loss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1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41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57" name="Google Shape;1357;p41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58" name="Google Shape;1358;p41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59" name="Google Shape;1359;p41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0" name="Google Shape;1360;p41"/>
          <p:cNvCxnSpPr>
            <a:stCxn id="1355" idx="6"/>
            <a:endCxn id="1356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41"/>
          <p:cNvCxnSpPr>
            <a:stCxn id="1359" idx="6"/>
            <a:endCxn id="1356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2" name="Google Shape;1362;p41"/>
          <p:cNvCxnSpPr>
            <a:stCxn id="1355" idx="6"/>
            <a:endCxn id="1357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41"/>
          <p:cNvCxnSpPr>
            <a:stCxn id="1359" idx="6"/>
            <a:endCxn id="1357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4" name="Google Shape;1364;p41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365" name="Google Shape;1365;p41"/>
          <p:cNvCxnSpPr>
            <a:stCxn id="1356" idx="6"/>
            <a:endCxn id="1364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6" name="Google Shape;1366;p41"/>
          <p:cNvCxnSpPr>
            <a:stCxn id="1358" idx="6"/>
            <a:endCxn id="1364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7" name="Google Shape;1367;p41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8" name="Google Shape;1368;p41"/>
          <p:cNvCxnSpPr>
            <a:stCxn id="1359" idx="6"/>
            <a:endCxn id="1358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9" name="Google Shape;1369;p41"/>
          <p:cNvCxnSpPr>
            <a:stCxn id="1355" idx="6"/>
            <a:endCxn id="1358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0" name="Google Shape;1370;p41"/>
          <p:cNvCxnSpPr>
            <a:stCxn id="1357" idx="6"/>
            <a:endCxn id="1364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71" name="Google Shape;1371;p41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72" name="Google Shape;1372;p41"/>
          <p:cNvSpPr txBox="1"/>
          <p:nvPr/>
        </p:nvSpPr>
        <p:spPr>
          <a:xfrm>
            <a:off x="25828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1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41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41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1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1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1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1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1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1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1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1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1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1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41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41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41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(1.106 - 3)</a:t>
            </a:r>
            <a:r>
              <a:rPr baseline="30000"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1.793</a:t>
            </a:r>
            <a:endParaRPr b="1"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9" name="Google Shape;1389;p41"/>
          <p:cNvCxnSpPr>
            <a:stCxn id="1364" idx="6"/>
            <a:endCxn id="1388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0" name="Google Shape;1390;p41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41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Forward Propagation </a:t>
            </a:r>
            <a:r>
              <a:rPr i="1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i.e</a:t>
            </a: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starting with Input features, calculate Loss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42"/>
          <p:cNvSpPr txBox="1"/>
          <p:nvPr/>
        </p:nvSpPr>
        <p:spPr>
          <a:xfrm>
            <a:off x="1351200" y="3570450"/>
            <a:ext cx="6441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mic Sans MS"/>
                <a:ea typeface="Comic Sans MS"/>
                <a:cs typeface="Comic Sans MS"/>
                <a:sym typeface="Comic Sans MS"/>
              </a:rPr>
              <a:t>How do we update weights?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97" name="Google Shape;139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8200"/>
            <a:ext cx="8839200" cy="237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43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43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04" name="Google Shape;1404;p43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05" name="Google Shape;1405;p43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06" name="Google Shape;1406;p43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7" name="Google Shape;1407;p43"/>
          <p:cNvCxnSpPr>
            <a:stCxn id="1402" idx="6"/>
            <a:endCxn id="1403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43"/>
          <p:cNvCxnSpPr>
            <a:stCxn id="1406" idx="6"/>
            <a:endCxn id="1403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43"/>
          <p:cNvCxnSpPr>
            <a:stCxn id="1402" idx="6"/>
            <a:endCxn id="1404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43"/>
          <p:cNvCxnSpPr>
            <a:stCxn id="1406" idx="6"/>
            <a:endCxn id="1404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1" name="Google Shape;1411;p43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412" name="Google Shape;1412;p43"/>
          <p:cNvCxnSpPr>
            <a:stCxn id="1403" idx="6"/>
            <a:endCxn id="1411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43"/>
          <p:cNvCxnSpPr>
            <a:stCxn id="1405" idx="6"/>
            <a:endCxn id="1411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4" name="Google Shape;1414;p43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5" name="Google Shape;1415;p43"/>
          <p:cNvCxnSpPr>
            <a:stCxn id="1406" idx="6"/>
            <a:endCxn id="1405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6" name="Google Shape;1416;p43"/>
          <p:cNvCxnSpPr>
            <a:stCxn id="1402" idx="6"/>
            <a:endCxn id="1405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7" name="Google Shape;1417;p43"/>
          <p:cNvCxnSpPr>
            <a:stCxn id="1404" idx="6"/>
            <a:endCxn id="1411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418" name="Google Shape;1418;p43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19" name="Google Shape;1419;p43"/>
          <p:cNvSpPr txBox="1"/>
          <p:nvPr/>
        </p:nvSpPr>
        <p:spPr>
          <a:xfrm>
            <a:off x="25828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43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3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43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43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43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3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3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3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3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3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3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3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3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43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43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3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6" name="Google Shape;1436;p43"/>
          <p:cNvCxnSpPr>
            <a:stCxn id="1411" idx="6"/>
            <a:endCxn id="1435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7" name="Google Shape;1437;p43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3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Minimizing Loss using Gradient Descent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4"/>
          <p:cNvSpPr txBox="1"/>
          <p:nvPr/>
        </p:nvSpPr>
        <p:spPr>
          <a:xfrm>
            <a:off x="727050" y="33047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Gradient Descent</a:t>
            </a:r>
            <a:r>
              <a:rPr b="1" lang="en" sz="2400">
                <a:solidFill>
                  <a:srgbClr val="999999"/>
                </a:solidFill>
              </a:rPr>
              <a:t> </a:t>
            </a:r>
            <a:endParaRPr/>
          </a:p>
        </p:txBody>
      </p:sp>
      <p:sp>
        <p:nvSpPr>
          <p:cNvPr id="1444" name="Google Shape;1444;p44"/>
          <p:cNvSpPr txBox="1"/>
          <p:nvPr/>
        </p:nvSpPr>
        <p:spPr>
          <a:xfrm>
            <a:off x="924325" y="3900000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Calculate Gradient for Loss w.r.t each Weight and Bias in the Neural Network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5" name="Google Shape;144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913" y="2119350"/>
            <a:ext cx="4100176" cy="9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45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45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52" name="Google Shape;1452;p45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53" name="Google Shape;1453;p45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54" name="Google Shape;1454;p45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5" name="Google Shape;1455;p45"/>
          <p:cNvCxnSpPr>
            <a:stCxn id="1450" idx="6"/>
            <a:endCxn id="1451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45"/>
          <p:cNvCxnSpPr>
            <a:stCxn id="1454" idx="6"/>
            <a:endCxn id="1451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7" name="Google Shape;1457;p45"/>
          <p:cNvCxnSpPr>
            <a:stCxn id="1450" idx="6"/>
            <a:endCxn id="1452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45"/>
          <p:cNvCxnSpPr>
            <a:stCxn id="1454" idx="6"/>
            <a:endCxn id="1452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9" name="Google Shape;1459;p45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460" name="Google Shape;1460;p45"/>
          <p:cNvCxnSpPr>
            <a:stCxn id="1451" idx="6"/>
            <a:endCxn id="1459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45"/>
          <p:cNvCxnSpPr>
            <a:stCxn id="1453" idx="6"/>
            <a:endCxn id="1459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2" name="Google Shape;1462;p45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3" name="Google Shape;1463;p45"/>
          <p:cNvCxnSpPr>
            <a:stCxn id="1454" idx="6"/>
            <a:endCxn id="1453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45"/>
          <p:cNvCxnSpPr>
            <a:stCxn id="1450" idx="6"/>
            <a:endCxn id="1453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45"/>
          <p:cNvCxnSpPr>
            <a:stCxn id="1452" idx="6"/>
            <a:endCxn id="1459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466" name="Google Shape;1466;p45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67" name="Google Shape;1467;p45"/>
          <p:cNvSpPr txBox="1"/>
          <p:nvPr/>
        </p:nvSpPr>
        <p:spPr>
          <a:xfrm>
            <a:off x="25828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5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5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5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45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45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45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5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45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45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45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45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45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45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5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45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45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4" name="Google Shape;1484;p45"/>
          <p:cNvCxnSpPr>
            <a:stCxn id="1459" idx="6"/>
            <a:endCxn id="1483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5" name="Google Shape;1485;p45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45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 start with Weights nearest to Output Layer e.g. 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211</a:t>
            </a:r>
            <a:endParaRPr baseline="-25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838" y="1188850"/>
            <a:ext cx="1140325" cy="8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46"/>
          <p:cNvSpPr txBox="1"/>
          <p:nvPr/>
        </p:nvSpPr>
        <p:spPr>
          <a:xfrm>
            <a:off x="2249700" y="3241125"/>
            <a:ext cx="46446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is Loss related to w</a:t>
            </a:r>
            <a:r>
              <a:rPr baseline="-25000"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211</a:t>
            </a: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sz="1800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47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47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99" name="Google Shape;1499;p47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00" name="Google Shape;1500;p47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01" name="Google Shape;1501;p47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2" name="Google Shape;1502;p47"/>
          <p:cNvCxnSpPr>
            <a:stCxn id="1497" idx="6"/>
            <a:endCxn id="1498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47"/>
          <p:cNvCxnSpPr>
            <a:stCxn id="1501" idx="6"/>
            <a:endCxn id="1498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47"/>
          <p:cNvCxnSpPr>
            <a:stCxn id="1497" idx="6"/>
            <a:endCxn id="1499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5" name="Google Shape;1505;p47"/>
          <p:cNvCxnSpPr>
            <a:stCxn id="1501" idx="6"/>
            <a:endCxn id="1499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6" name="Google Shape;1506;p47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507" name="Google Shape;1507;p47"/>
          <p:cNvCxnSpPr>
            <a:stCxn id="1498" idx="6"/>
            <a:endCxn id="1506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8" name="Google Shape;1508;p47"/>
          <p:cNvCxnSpPr>
            <a:stCxn id="1500" idx="6"/>
            <a:endCxn id="1506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9" name="Google Shape;1509;p47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47"/>
          <p:cNvCxnSpPr>
            <a:stCxn id="1501" idx="6"/>
            <a:endCxn id="1500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1" name="Google Shape;1511;p47"/>
          <p:cNvCxnSpPr>
            <a:stCxn id="1497" idx="6"/>
            <a:endCxn id="1500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2" name="Google Shape;1512;p47"/>
          <p:cNvCxnSpPr>
            <a:stCxn id="1499" idx="6"/>
            <a:endCxn id="1506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513" name="Google Shape;1513;p47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14" name="Google Shape;1514;p47"/>
          <p:cNvSpPr txBox="1"/>
          <p:nvPr/>
        </p:nvSpPr>
        <p:spPr>
          <a:xfrm>
            <a:off x="2582825" y="1069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7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47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47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47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47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47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7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47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47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47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47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47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47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47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47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47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1" name="Google Shape;1531;p47"/>
          <p:cNvCxnSpPr>
            <a:stCxn id="1506" idx="6"/>
            <a:endCxn id="1530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47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7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Loss is dependent on Output, Output is dependent on </a:t>
            </a: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211</a:t>
            </a:r>
            <a:endParaRPr baseline="-25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888" y="1216025"/>
            <a:ext cx="2608225" cy="57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6100" y="3400403"/>
            <a:ext cx="4351800" cy="7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3988" y="2368675"/>
            <a:ext cx="3096013" cy="5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225" y="1394938"/>
            <a:ext cx="40195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225" y="2843400"/>
            <a:ext cx="4019549" cy="769972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49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Let’s calculate each Gradient term individually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2" name="Google Shape;15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625" y="762600"/>
            <a:ext cx="12327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889" y="1928062"/>
            <a:ext cx="4619151" cy="5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8851" y="2738675"/>
            <a:ext cx="5821224" cy="7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4613" y="3786825"/>
            <a:ext cx="5234774" cy="7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375" y="752975"/>
            <a:ext cx="1192175" cy="7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863" y="1874650"/>
            <a:ext cx="5925200" cy="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7138" y="2762525"/>
            <a:ext cx="3349715" cy="7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8625" y="3961700"/>
            <a:ext cx="1646755" cy="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Google Shape;15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225" y="709800"/>
            <a:ext cx="4019549" cy="769972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52"/>
          <p:cNvSpPr/>
          <p:nvPr/>
        </p:nvSpPr>
        <p:spPr>
          <a:xfrm>
            <a:off x="2857500" y="2371250"/>
            <a:ext cx="3322500" cy="102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-1.894 * 0.89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-1.686</a:t>
            </a:r>
            <a:endParaRPr/>
          </a:p>
        </p:txBody>
      </p:sp>
      <p:sp>
        <p:nvSpPr>
          <p:cNvPr id="1570" name="Google Shape;1570;p52"/>
          <p:cNvSpPr txBox="1"/>
          <p:nvPr/>
        </p:nvSpPr>
        <p:spPr>
          <a:xfrm>
            <a:off x="2249700" y="4003125"/>
            <a:ext cx="46446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will be new value of </a:t>
            </a: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aseline="-25000"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211</a:t>
            </a: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sz="1800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53"/>
          <p:cNvSpPr/>
          <p:nvPr/>
        </p:nvSpPr>
        <p:spPr>
          <a:xfrm>
            <a:off x="2857500" y="2371250"/>
            <a:ext cx="3322500" cy="1026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= </a:t>
            </a:r>
            <a:r>
              <a:rPr lang="en">
                <a:solidFill>
                  <a:srgbClr val="FFFFFF"/>
                </a:solidFill>
              </a:rPr>
              <a:t>-0.23 - 0.01 * -1.686 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= -0.213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576" name="Google Shape;15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175" y="704550"/>
            <a:ext cx="5175149" cy="7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53"/>
          <p:cNvSpPr txBox="1"/>
          <p:nvPr/>
        </p:nvSpPr>
        <p:spPr>
          <a:xfrm>
            <a:off x="5724475" y="1576200"/>
            <a:ext cx="15963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Learning rate (assume 0.01 here)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53"/>
          <p:cNvCxnSpPr>
            <a:stCxn id="1577" idx="1"/>
          </p:cNvCxnSpPr>
          <p:nvPr/>
        </p:nvCxnSpPr>
        <p:spPr>
          <a:xfrm rot="10800000">
            <a:off x="5535475" y="1416900"/>
            <a:ext cx="1890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850" y="1353525"/>
            <a:ext cx="1410050" cy="7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800" y="2481025"/>
            <a:ext cx="14097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54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Calculate both in same way as 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211</a:t>
            </a:r>
            <a:endParaRPr baseline="-25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55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55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92" name="Google Shape;1592;p55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93" name="Google Shape;1593;p55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94" name="Google Shape;1594;p55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5" name="Google Shape;1595;p55"/>
          <p:cNvCxnSpPr>
            <a:stCxn id="1590" idx="6"/>
            <a:endCxn id="1591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55"/>
          <p:cNvCxnSpPr>
            <a:stCxn id="1594" idx="6"/>
            <a:endCxn id="1591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55"/>
          <p:cNvCxnSpPr>
            <a:stCxn id="1590" idx="6"/>
            <a:endCxn id="1592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55"/>
          <p:cNvCxnSpPr>
            <a:stCxn id="1594" idx="6"/>
            <a:endCxn id="1592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9" name="Google Shape;1599;p55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600" name="Google Shape;1600;p55"/>
          <p:cNvCxnSpPr>
            <a:stCxn id="1591" idx="6"/>
            <a:endCxn id="1599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1" name="Google Shape;1601;p55"/>
          <p:cNvCxnSpPr>
            <a:stCxn id="1593" idx="6"/>
            <a:endCxn id="1599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2" name="Google Shape;1602;p55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3" name="Google Shape;1603;p55"/>
          <p:cNvCxnSpPr>
            <a:stCxn id="1594" idx="6"/>
            <a:endCxn id="1593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4" name="Google Shape;1604;p55"/>
          <p:cNvCxnSpPr>
            <a:stCxn id="1590" idx="6"/>
            <a:endCxn id="1593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5" name="Google Shape;1605;p55"/>
          <p:cNvCxnSpPr>
            <a:stCxn id="1592" idx="6"/>
            <a:endCxn id="1599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06" name="Google Shape;1606;p55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07" name="Google Shape;1607;p55"/>
          <p:cNvSpPr txBox="1"/>
          <p:nvPr/>
        </p:nvSpPr>
        <p:spPr>
          <a:xfrm>
            <a:off x="2263750" y="1069100"/>
            <a:ext cx="10086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55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5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5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55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55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5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5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55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55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5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5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5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5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5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55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5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4" name="Google Shape;1624;p55"/>
          <p:cNvCxnSpPr>
            <a:stCxn id="1599" idx="6"/>
            <a:endCxn id="1623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5" name="Google Shape;1625;p55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5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Updating weight for hidden layer e.g 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aseline="-25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56"/>
          <p:cNvSpPr txBox="1"/>
          <p:nvPr/>
        </p:nvSpPr>
        <p:spPr>
          <a:xfrm>
            <a:off x="2249700" y="2909125"/>
            <a:ext cx="46446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is Loss related to w</a:t>
            </a:r>
            <a:r>
              <a:rPr baseline="-25000"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aseline="-25000"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11</a:t>
            </a: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sz="1800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32" name="Google Shape;163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38" y="1684650"/>
            <a:ext cx="887325" cy="7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57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57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39" name="Google Shape;1639;p57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40" name="Google Shape;1640;p57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41" name="Google Shape;1641;p57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2" name="Google Shape;1642;p57"/>
          <p:cNvCxnSpPr>
            <a:stCxn id="1637" idx="6"/>
            <a:endCxn id="1638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3" name="Google Shape;1643;p57"/>
          <p:cNvCxnSpPr>
            <a:stCxn id="1641" idx="6"/>
            <a:endCxn id="1638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4" name="Google Shape;1644;p57"/>
          <p:cNvCxnSpPr>
            <a:stCxn id="1637" idx="6"/>
            <a:endCxn id="1639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5" name="Google Shape;1645;p57"/>
          <p:cNvCxnSpPr>
            <a:stCxn id="1641" idx="6"/>
            <a:endCxn id="1639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6" name="Google Shape;1646;p57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647" name="Google Shape;1647;p57"/>
          <p:cNvCxnSpPr>
            <a:stCxn id="1638" idx="6"/>
            <a:endCxn id="1646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8" name="Google Shape;1648;p57"/>
          <p:cNvCxnSpPr>
            <a:stCxn id="1640" idx="6"/>
            <a:endCxn id="1646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9" name="Google Shape;1649;p57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0" name="Google Shape;1650;p57"/>
          <p:cNvCxnSpPr>
            <a:stCxn id="1641" idx="6"/>
            <a:endCxn id="1640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1" name="Google Shape;1651;p57"/>
          <p:cNvCxnSpPr>
            <a:stCxn id="1637" idx="6"/>
            <a:endCxn id="1640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2" name="Google Shape;1652;p57"/>
          <p:cNvCxnSpPr>
            <a:stCxn id="1639" idx="6"/>
            <a:endCxn id="1646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53" name="Google Shape;1653;p57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{DD01003A-2AD4-4C71-8CB1-974B5B6E1B67}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54" name="Google Shape;1654;p57"/>
          <p:cNvSpPr txBox="1"/>
          <p:nvPr/>
        </p:nvSpPr>
        <p:spPr>
          <a:xfrm>
            <a:off x="2263750" y="1069100"/>
            <a:ext cx="10086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57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57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7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57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57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57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57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57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57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57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57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57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57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57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57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7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1" name="Google Shape;1671;p57"/>
          <p:cNvCxnSpPr>
            <a:stCxn id="1646" idx="6"/>
            <a:endCxn id="1670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2" name="Google Shape;1672;p57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57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→ h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→ o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→ Output → Loss 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Google Shape;167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550" y="458850"/>
            <a:ext cx="2496900" cy="6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0313" y="1561000"/>
            <a:ext cx="2403375" cy="5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0312" y="2516375"/>
            <a:ext cx="2403375" cy="68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2925" y="3664175"/>
            <a:ext cx="2178181" cy="5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6" name="Google Shape;168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325" y="2072350"/>
            <a:ext cx="6301351" cy="9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59"/>
          <p:cNvSpPr txBox="1"/>
          <p:nvPr/>
        </p:nvSpPr>
        <p:spPr>
          <a:xfrm>
            <a:off x="829850" y="886650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Using Chain Rule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8" name="Google Shape;1688;p59"/>
          <p:cNvSpPr txBox="1"/>
          <p:nvPr/>
        </p:nvSpPr>
        <p:spPr>
          <a:xfrm>
            <a:off x="4090250" y="3599000"/>
            <a:ext cx="23520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Already calculated while calculating Gradient for Weights in Output Layer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9" name="Google Shape;1689;p59"/>
          <p:cNvCxnSpPr>
            <a:stCxn id="1688" idx="1"/>
          </p:cNvCxnSpPr>
          <p:nvPr/>
        </p:nvCxnSpPr>
        <p:spPr>
          <a:xfrm rot="10800000">
            <a:off x="3561350" y="2966000"/>
            <a:ext cx="528900" cy="8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288" y="627050"/>
            <a:ext cx="1251425" cy="93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363" y="1902450"/>
            <a:ext cx="6715275" cy="6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6" name="Google Shape;169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362" y="2879850"/>
            <a:ext cx="36253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60"/>
          <p:cNvSpPr/>
          <p:nvPr/>
        </p:nvSpPr>
        <p:spPr>
          <a:xfrm>
            <a:off x="3816475" y="4143850"/>
            <a:ext cx="1511100" cy="61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-0.23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60"/>
          <p:cNvSpPr txBox="1"/>
          <p:nvPr/>
        </p:nvSpPr>
        <p:spPr>
          <a:xfrm>
            <a:off x="367000" y="3670425"/>
            <a:ext cx="2126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Gradient in Hidden Layer is dependent on Weights in Next Layers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61"/>
          <p:cNvSpPr/>
          <p:nvPr/>
        </p:nvSpPr>
        <p:spPr>
          <a:xfrm>
            <a:off x="3816475" y="3703200"/>
            <a:ext cx="1511100" cy="90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0.89*(1-0.89)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=0.0979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4" name="Google Shape;170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63" y="522175"/>
            <a:ext cx="952475" cy="8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3552" y="1685950"/>
            <a:ext cx="1756948" cy="6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0800" y="2724400"/>
            <a:ext cx="2162392" cy="6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61"/>
          <p:cNvSpPr txBox="1"/>
          <p:nvPr/>
        </p:nvSpPr>
        <p:spPr>
          <a:xfrm>
            <a:off x="6082000" y="1661800"/>
            <a:ext cx="17568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Activation (Sigmoid) function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8" name="Google Shape;1708;p61"/>
          <p:cNvCxnSpPr>
            <a:stCxn id="1707" idx="1"/>
          </p:cNvCxnSpPr>
          <p:nvPr/>
        </p:nvCxnSpPr>
        <p:spPr>
          <a:xfrm rot="10800000">
            <a:off x="5790700" y="1987750"/>
            <a:ext cx="29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61"/>
          <p:cNvSpPr txBox="1"/>
          <p:nvPr/>
        </p:nvSpPr>
        <p:spPr>
          <a:xfrm>
            <a:off x="519400" y="3140175"/>
            <a:ext cx="21267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NOTE!</a:t>
            </a:r>
            <a:endParaRPr sz="1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Activation function should be Differentiable </a:t>
            </a:r>
            <a:r>
              <a:rPr i="1"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i.e</a:t>
            </a:r>
            <a:r>
              <a:rPr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it should be possible to calculate partial derivative of Activation function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62"/>
          <p:cNvSpPr/>
          <p:nvPr/>
        </p:nvSpPr>
        <p:spPr>
          <a:xfrm>
            <a:off x="3816475" y="3753550"/>
            <a:ext cx="1511100" cy="61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5" name="Google Shape;171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98" y="367875"/>
            <a:ext cx="910800" cy="96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0324" y="1716550"/>
            <a:ext cx="4323391" cy="6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363" y="2724150"/>
            <a:ext cx="2231277" cy="6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63"/>
          <p:cNvSpPr/>
          <p:nvPr/>
        </p:nvSpPr>
        <p:spPr>
          <a:xfrm>
            <a:off x="2676533" y="2571750"/>
            <a:ext cx="3891000" cy="11070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1.894 * -0.23 * 0.0979 * 1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 0.0426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3" name="Google Shape;172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838" y="1097975"/>
            <a:ext cx="5530375" cy="8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4"/>
          <p:cNvSpPr/>
          <p:nvPr/>
        </p:nvSpPr>
        <p:spPr>
          <a:xfrm>
            <a:off x="2857500" y="2371250"/>
            <a:ext cx="3322500" cy="1026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= 0.5 - 0.01 * 0.0426 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= 0.499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29" name="Google Shape;1729;p64"/>
          <p:cNvSpPr txBox="1"/>
          <p:nvPr/>
        </p:nvSpPr>
        <p:spPr>
          <a:xfrm>
            <a:off x="2249700" y="1308925"/>
            <a:ext cx="46446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value of </a:t>
            </a:r>
            <a:r>
              <a:rPr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aseline="-25000" lang="en" sz="1800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111</a:t>
            </a:r>
            <a:endParaRPr sz="1800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0" name="Google Shape;1730;p64"/>
          <p:cNvSpPr txBox="1"/>
          <p:nvPr/>
        </p:nvSpPr>
        <p:spPr>
          <a:xfrm>
            <a:off x="2607175" y="3925575"/>
            <a:ext cx="3572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Calculate Gradients and perform Descent for other Weights in Hidden layer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65"/>
          <p:cNvSpPr txBox="1"/>
          <p:nvPr/>
        </p:nvSpPr>
        <p:spPr>
          <a:xfrm>
            <a:off x="1719225" y="2106450"/>
            <a:ext cx="57339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Backpropagation</a:t>
            </a:r>
            <a:endParaRPr sz="24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Propagating Loss or Error to all the layers in the network, starting with Output Layer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CPNEXT16 Theme">
  <a:themeElements>
    <a:clrScheme name="Custom 15">
      <a:dk1>
        <a:srgbClr val="000000"/>
      </a:dk1>
      <a:lt1>
        <a:srgbClr val="FFFFFF"/>
      </a:lt1>
      <a:dk2>
        <a:srgbClr val="191919"/>
      </a:dk2>
      <a:lt2>
        <a:srgbClr val="E6E6E6"/>
      </a:lt2>
      <a:accent1>
        <a:srgbClr val="4285F4"/>
      </a:accent1>
      <a:accent2>
        <a:srgbClr val="EA4335"/>
      </a:accent2>
      <a:accent3>
        <a:srgbClr val="FBB405"/>
      </a:accent3>
      <a:accent4>
        <a:srgbClr val="34A853"/>
      </a:accent4>
      <a:accent5>
        <a:srgbClr val="3167D6"/>
      </a:accent5>
      <a:accent6>
        <a:srgbClr val="75757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